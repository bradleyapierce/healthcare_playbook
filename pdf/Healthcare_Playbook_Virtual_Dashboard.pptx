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02" r:id="rId1"/>
    <p:sldMasterId id="2147483952" r:id="rId2"/>
  </p:sldMasterIdLst>
  <p:notesMasterIdLst>
    <p:notesMasterId r:id="rId5"/>
  </p:notesMasterIdLst>
  <p:handoutMasterIdLst>
    <p:handoutMasterId r:id="rId6"/>
  </p:handoutMasterIdLst>
  <p:sldIdLst>
    <p:sldId id="409" r:id="rId3"/>
    <p:sldId id="419" r:id="rId4"/>
  </p:sldIdLst>
  <p:sldSz cx="12192000" cy="6858000"/>
  <p:notesSz cx="6858000" cy="9144000"/>
  <p:defaultTextStyle>
    <a:defPPr>
      <a:defRPr lang="en-US"/>
    </a:defPPr>
    <a:lvl1pPr marL="0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4202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8390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2579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56767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0969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85170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99353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13548" algn="l" defTabSz="102839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11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A45"/>
    <a:srgbClr val="826FB0"/>
    <a:srgbClr val="C5CC32"/>
    <a:srgbClr val="A0A3AA"/>
    <a:srgbClr val="E5E3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5" autoAdjust="0"/>
    <p:restoredTop sz="83019" autoAdjust="0"/>
  </p:normalViewPr>
  <p:slideViewPr>
    <p:cSldViewPr>
      <p:cViewPr>
        <p:scale>
          <a:sx n="90" d="100"/>
          <a:sy n="90" d="100"/>
        </p:scale>
        <p:origin x="-1704" y="-576"/>
      </p:cViewPr>
      <p:guideLst>
        <p:guide orient="horz" pos="4111"/>
        <p:guide pos="3840"/>
      </p:guideLst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9" d="100"/>
          <a:sy n="49" d="100"/>
        </p:scale>
        <p:origin x="266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5F98966F-AB6D-A743-9D03-F49C1BF46B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08D1ADC-DC17-EA4D-B15B-958B00DD34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GB"/>
              <a:t>3/8/19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5FE54E9-38C7-CA44-8456-75049679F3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7F86FDE-811C-8244-8140-3928B8A486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E131D-D64B-4441-A863-A43E77F2E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5309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GB"/>
              <a:t>3/8/19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56409-832E-E743-A903-6F881BC412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12467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083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173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260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346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438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18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600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683" algn="l" defTabSz="9141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/>
          <a:lstStyle/>
          <a:p>
            <a:r>
              <a:rPr lang="en-GB" smtClean="0">
                <a:solidFill>
                  <a:prstClr val="black"/>
                </a:solidFill>
              </a:rPr>
              <a:t>3/8/19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7EC56409-832E-E743-A903-6F881BC412CA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2250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itl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BA954D18-172B-4358-BF3D-24D7749B5E5D}"/>
              </a:ext>
            </a:extLst>
          </p:cNvPr>
          <p:cNvSpPr>
            <a:spLocks/>
          </p:cNvSpPr>
          <p:nvPr/>
        </p:nvSpPr>
        <p:spPr bwMode="auto">
          <a:xfrm>
            <a:off x="8158975" y="1032256"/>
            <a:ext cx="2794812" cy="5144400"/>
          </a:xfrm>
          <a:custGeom>
            <a:avLst/>
            <a:gdLst>
              <a:gd name="connsiteX0" fmla="*/ 2602279 w 2794812"/>
              <a:gd name="connsiteY0" fmla="*/ 165219 h 5144400"/>
              <a:gd name="connsiteX1" fmla="*/ 24348 w 2794812"/>
              <a:gd name="connsiteY1" fmla="*/ 1479153 h 5144400"/>
              <a:gd name="connsiteX2" fmla="*/ 62074 w 2794812"/>
              <a:gd name="connsiteY2" fmla="*/ 3480940 h 5144400"/>
              <a:gd name="connsiteX3" fmla="*/ 2645245 w 2794812"/>
              <a:gd name="connsiteY3" fmla="*/ 4887006 h 5144400"/>
              <a:gd name="connsiteX4" fmla="*/ 2701547 w 2794812"/>
              <a:gd name="connsiteY4" fmla="*/ 0 h 5144400"/>
              <a:gd name="connsiteX5" fmla="*/ 2794812 w 2794812"/>
              <a:gd name="connsiteY5" fmla="*/ 5144400 h 5144400"/>
              <a:gd name="connsiteX6" fmla="*/ 24102 w 2794812"/>
              <a:gd name="connsiteY6" fmla="*/ 3502882 h 5144400"/>
              <a:gd name="connsiteX7" fmla="*/ 0 w 2794812"/>
              <a:gd name="connsiteY7" fmla="*/ 1463547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4812" h="5144400">
                <a:moveTo>
                  <a:pt x="2602279" y="165219"/>
                </a:moveTo>
                <a:lnTo>
                  <a:pt x="24348" y="1479153"/>
                </a:lnTo>
                <a:lnTo>
                  <a:pt x="62074" y="3480940"/>
                </a:lnTo>
                <a:lnTo>
                  <a:pt x="2645245" y="4887006"/>
                </a:lnTo>
                <a:close/>
                <a:moveTo>
                  <a:pt x="2701547" y="0"/>
                </a:moveTo>
                <a:lnTo>
                  <a:pt x="2794812" y="5144400"/>
                </a:lnTo>
                <a:lnTo>
                  <a:pt x="24102" y="3502882"/>
                </a:lnTo>
                <a:lnTo>
                  <a:pt x="0" y="146354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24" tIns="45718" rIns="91424" bIns="45718" numCol="1" anchor="t" anchorCtr="0" compatLnSpc="1">
            <a:prstTxWarp prst="textNoShape">
              <a:avLst/>
            </a:prstTxWarp>
            <a:noAutofit/>
          </a:bodyPr>
          <a:lstStyle/>
          <a:p>
            <a:pPr defTabSz="1028441"/>
            <a:endParaRPr lang="en-GB" sz="2000">
              <a:solidFill>
                <a:prstClr val="black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ACDB60-C0C4-46DB-B55F-524A70E4178A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95325" y="3213103"/>
            <a:ext cx="6745275" cy="270844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</a:defRPr>
            </a:lvl1pPr>
            <a:lvl2pPr marL="457107" indent="0" algn="ctr">
              <a:buNone/>
              <a:defRPr sz="2000"/>
            </a:lvl2pPr>
            <a:lvl3pPr marL="914218" indent="0" algn="ctr">
              <a:buNone/>
              <a:defRPr sz="1900"/>
            </a:lvl3pPr>
            <a:lvl4pPr marL="1371328" indent="0" algn="ctr">
              <a:buNone/>
              <a:defRPr sz="1600"/>
            </a:lvl4pPr>
            <a:lvl5pPr marL="1828437" indent="0" algn="ctr">
              <a:buNone/>
              <a:defRPr sz="1600"/>
            </a:lvl5pPr>
            <a:lvl6pPr marL="2285550" indent="0" algn="ctr">
              <a:buNone/>
              <a:defRPr sz="1600"/>
            </a:lvl6pPr>
            <a:lvl7pPr marL="2742654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093C2D3F-14E1-4EF5-A433-1A51AD10A04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95325" y="2605755"/>
            <a:ext cx="6745275" cy="391455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6C93341-39E1-4BB1-A0CF-D8457F95AC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FC2E0462-1311-4AC3-9BE2-6AC94022502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9400" y="6571482"/>
            <a:ext cx="1728000" cy="147263"/>
            <a:chOff x="855" y="2914"/>
            <a:chExt cx="2781" cy="237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1D1A6118-9C25-446C-A86A-B12B5035C2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93" y="2974"/>
              <a:ext cx="121" cy="175"/>
            </a:xfrm>
            <a:custGeom>
              <a:avLst/>
              <a:gdLst>
                <a:gd name="T0" fmla="*/ 111 w 201"/>
                <a:gd name="T1" fmla="*/ 157 h 282"/>
                <a:gd name="T2" fmla="*/ 111 w 201"/>
                <a:gd name="T3" fmla="*/ 157 h 282"/>
                <a:gd name="T4" fmla="*/ 71 w 201"/>
                <a:gd name="T5" fmla="*/ 140 h 282"/>
                <a:gd name="T6" fmla="*/ 65 w 201"/>
                <a:gd name="T7" fmla="*/ 116 h 282"/>
                <a:gd name="T8" fmla="*/ 65 w 201"/>
                <a:gd name="T9" fmla="*/ 67 h 282"/>
                <a:gd name="T10" fmla="*/ 70 w 201"/>
                <a:gd name="T11" fmla="*/ 49 h 282"/>
                <a:gd name="T12" fmla="*/ 113 w 201"/>
                <a:gd name="T13" fmla="*/ 26 h 282"/>
                <a:gd name="T14" fmla="*/ 159 w 201"/>
                <a:gd name="T15" fmla="*/ 95 h 282"/>
                <a:gd name="T16" fmla="*/ 111 w 201"/>
                <a:gd name="T17" fmla="*/ 157 h 282"/>
                <a:gd name="T18" fmla="*/ 122 w 201"/>
                <a:gd name="T19" fmla="*/ 2 h 282"/>
                <a:gd name="T20" fmla="*/ 122 w 201"/>
                <a:gd name="T21" fmla="*/ 2 h 282"/>
                <a:gd name="T22" fmla="*/ 65 w 201"/>
                <a:gd name="T23" fmla="*/ 27 h 282"/>
                <a:gd name="T24" fmla="*/ 65 w 201"/>
                <a:gd name="T25" fmla="*/ 0 h 282"/>
                <a:gd name="T26" fmla="*/ 13 w 201"/>
                <a:gd name="T27" fmla="*/ 4 h 282"/>
                <a:gd name="T28" fmla="*/ 9 w 201"/>
                <a:gd name="T29" fmla="*/ 5 h 282"/>
                <a:gd name="T30" fmla="*/ 0 w 201"/>
                <a:gd name="T31" fmla="*/ 10 h 282"/>
                <a:gd name="T32" fmla="*/ 9 w 201"/>
                <a:gd name="T33" fmla="*/ 16 h 282"/>
                <a:gd name="T34" fmla="*/ 24 w 201"/>
                <a:gd name="T35" fmla="*/ 43 h 282"/>
                <a:gd name="T36" fmla="*/ 24 w 201"/>
                <a:gd name="T37" fmla="*/ 282 h 282"/>
                <a:gd name="T38" fmla="*/ 44 w 201"/>
                <a:gd name="T39" fmla="*/ 281 h 282"/>
                <a:gd name="T40" fmla="*/ 65 w 201"/>
                <a:gd name="T41" fmla="*/ 282 h 282"/>
                <a:gd name="T42" fmla="*/ 65 w 201"/>
                <a:gd name="T43" fmla="*/ 165 h 282"/>
                <a:gd name="T44" fmla="*/ 88 w 201"/>
                <a:gd name="T45" fmla="*/ 176 h 282"/>
                <a:gd name="T46" fmla="*/ 113 w 201"/>
                <a:gd name="T47" fmla="*/ 179 h 282"/>
                <a:gd name="T48" fmla="*/ 201 w 201"/>
                <a:gd name="T49" fmla="*/ 90 h 282"/>
                <a:gd name="T50" fmla="*/ 122 w 201"/>
                <a:gd name="T51" fmla="*/ 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1" h="282">
                  <a:moveTo>
                    <a:pt x="111" y="157"/>
                  </a:moveTo>
                  <a:lnTo>
                    <a:pt x="111" y="157"/>
                  </a:lnTo>
                  <a:cubicBezTo>
                    <a:pt x="89" y="157"/>
                    <a:pt x="77" y="148"/>
                    <a:pt x="71" y="140"/>
                  </a:cubicBezTo>
                  <a:cubicBezTo>
                    <a:pt x="66" y="133"/>
                    <a:pt x="65" y="123"/>
                    <a:pt x="65" y="116"/>
                  </a:cubicBezTo>
                  <a:lnTo>
                    <a:pt x="65" y="67"/>
                  </a:lnTo>
                  <a:cubicBezTo>
                    <a:pt x="65" y="60"/>
                    <a:pt x="67" y="53"/>
                    <a:pt x="70" y="49"/>
                  </a:cubicBezTo>
                  <a:cubicBezTo>
                    <a:pt x="78" y="40"/>
                    <a:pt x="95" y="26"/>
                    <a:pt x="113" y="26"/>
                  </a:cubicBezTo>
                  <a:cubicBezTo>
                    <a:pt x="139" y="26"/>
                    <a:pt x="159" y="49"/>
                    <a:pt x="159" y="95"/>
                  </a:cubicBezTo>
                  <a:cubicBezTo>
                    <a:pt x="159" y="134"/>
                    <a:pt x="138" y="157"/>
                    <a:pt x="111" y="157"/>
                  </a:cubicBezTo>
                  <a:close/>
                  <a:moveTo>
                    <a:pt x="122" y="2"/>
                  </a:moveTo>
                  <a:lnTo>
                    <a:pt x="122" y="2"/>
                  </a:lnTo>
                  <a:cubicBezTo>
                    <a:pt x="99" y="2"/>
                    <a:pt x="79" y="12"/>
                    <a:pt x="65" y="27"/>
                  </a:cubicBezTo>
                  <a:lnTo>
                    <a:pt x="65" y="0"/>
                  </a:lnTo>
                  <a:lnTo>
                    <a:pt x="13" y="4"/>
                  </a:lnTo>
                  <a:lnTo>
                    <a:pt x="9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9" y="16"/>
                  </a:cubicBezTo>
                  <a:cubicBezTo>
                    <a:pt x="23" y="18"/>
                    <a:pt x="24" y="22"/>
                    <a:pt x="24" y="43"/>
                  </a:cubicBezTo>
                  <a:lnTo>
                    <a:pt x="24" y="282"/>
                  </a:lnTo>
                  <a:cubicBezTo>
                    <a:pt x="32" y="281"/>
                    <a:pt x="40" y="281"/>
                    <a:pt x="44" y="281"/>
                  </a:cubicBezTo>
                  <a:cubicBezTo>
                    <a:pt x="49" y="281"/>
                    <a:pt x="57" y="281"/>
                    <a:pt x="65" y="282"/>
                  </a:cubicBezTo>
                  <a:lnTo>
                    <a:pt x="65" y="165"/>
                  </a:lnTo>
                  <a:cubicBezTo>
                    <a:pt x="72" y="170"/>
                    <a:pt x="80" y="173"/>
                    <a:pt x="88" y="176"/>
                  </a:cubicBezTo>
                  <a:cubicBezTo>
                    <a:pt x="96" y="178"/>
                    <a:pt x="104" y="179"/>
                    <a:pt x="113" y="179"/>
                  </a:cubicBezTo>
                  <a:cubicBezTo>
                    <a:pt x="165" y="179"/>
                    <a:pt x="201" y="139"/>
                    <a:pt x="201" y="90"/>
                  </a:cubicBezTo>
                  <a:cubicBezTo>
                    <a:pt x="201" y="41"/>
                    <a:pt x="170" y="2"/>
                    <a:pt x="122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E2602317-3F10-4BF3-BDCF-7148AAC139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0" y="2975"/>
              <a:ext cx="101" cy="111"/>
            </a:xfrm>
            <a:custGeom>
              <a:avLst/>
              <a:gdLst>
                <a:gd name="T0" fmla="*/ 43 w 168"/>
                <a:gd name="T1" fmla="*/ 61 h 179"/>
                <a:gd name="T2" fmla="*/ 43 w 168"/>
                <a:gd name="T3" fmla="*/ 61 h 179"/>
                <a:gd name="T4" fmla="*/ 89 w 168"/>
                <a:gd name="T5" fmla="*/ 61 h 179"/>
                <a:gd name="T6" fmla="*/ 126 w 168"/>
                <a:gd name="T7" fmla="*/ 59 h 179"/>
                <a:gd name="T8" fmla="*/ 133 w 168"/>
                <a:gd name="T9" fmla="*/ 50 h 179"/>
                <a:gd name="T10" fmla="*/ 90 w 168"/>
                <a:gd name="T11" fmla="*/ 20 h 179"/>
                <a:gd name="T12" fmla="*/ 43 w 168"/>
                <a:gd name="T13" fmla="*/ 61 h 179"/>
                <a:gd name="T14" fmla="*/ 41 w 168"/>
                <a:gd name="T15" fmla="*/ 84 h 179"/>
                <a:gd name="T16" fmla="*/ 41 w 168"/>
                <a:gd name="T17" fmla="*/ 84 h 179"/>
                <a:gd name="T18" fmla="*/ 41 w 168"/>
                <a:gd name="T19" fmla="*/ 92 h 179"/>
                <a:gd name="T20" fmla="*/ 103 w 168"/>
                <a:gd name="T21" fmla="*/ 150 h 179"/>
                <a:gd name="T22" fmla="*/ 151 w 168"/>
                <a:gd name="T23" fmla="*/ 138 h 179"/>
                <a:gd name="T24" fmla="*/ 159 w 168"/>
                <a:gd name="T25" fmla="*/ 135 h 179"/>
                <a:gd name="T26" fmla="*/ 164 w 168"/>
                <a:gd name="T27" fmla="*/ 141 h 179"/>
                <a:gd name="T28" fmla="*/ 152 w 168"/>
                <a:gd name="T29" fmla="*/ 156 h 179"/>
                <a:gd name="T30" fmla="*/ 87 w 168"/>
                <a:gd name="T31" fmla="*/ 179 h 179"/>
                <a:gd name="T32" fmla="*/ 0 w 168"/>
                <a:gd name="T33" fmla="*/ 96 h 179"/>
                <a:gd name="T34" fmla="*/ 92 w 168"/>
                <a:gd name="T35" fmla="*/ 0 h 179"/>
                <a:gd name="T36" fmla="*/ 168 w 168"/>
                <a:gd name="T37" fmla="*/ 73 h 179"/>
                <a:gd name="T38" fmla="*/ 154 w 168"/>
                <a:gd name="T39" fmla="*/ 84 h 179"/>
                <a:gd name="T40" fmla="*/ 41 w 168"/>
                <a:gd name="T41" fmla="*/ 8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179">
                  <a:moveTo>
                    <a:pt x="43" y="61"/>
                  </a:moveTo>
                  <a:lnTo>
                    <a:pt x="43" y="61"/>
                  </a:lnTo>
                  <a:lnTo>
                    <a:pt x="89" y="61"/>
                  </a:lnTo>
                  <a:cubicBezTo>
                    <a:pt x="113" y="61"/>
                    <a:pt x="119" y="62"/>
                    <a:pt x="126" y="59"/>
                  </a:cubicBezTo>
                  <a:cubicBezTo>
                    <a:pt x="131" y="58"/>
                    <a:pt x="133" y="54"/>
                    <a:pt x="133" y="50"/>
                  </a:cubicBezTo>
                  <a:cubicBezTo>
                    <a:pt x="133" y="34"/>
                    <a:pt x="114" y="20"/>
                    <a:pt x="90" y="20"/>
                  </a:cubicBezTo>
                  <a:cubicBezTo>
                    <a:pt x="67" y="20"/>
                    <a:pt x="46" y="38"/>
                    <a:pt x="43" y="61"/>
                  </a:cubicBezTo>
                  <a:close/>
                  <a:moveTo>
                    <a:pt x="41" y="84"/>
                  </a:moveTo>
                  <a:lnTo>
                    <a:pt x="41" y="84"/>
                  </a:lnTo>
                  <a:cubicBezTo>
                    <a:pt x="41" y="88"/>
                    <a:pt x="41" y="91"/>
                    <a:pt x="41" y="92"/>
                  </a:cubicBezTo>
                  <a:cubicBezTo>
                    <a:pt x="41" y="128"/>
                    <a:pt x="64" y="150"/>
                    <a:pt x="103" y="150"/>
                  </a:cubicBezTo>
                  <a:cubicBezTo>
                    <a:pt x="126" y="150"/>
                    <a:pt x="142" y="143"/>
                    <a:pt x="151" y="138"/>
                  </a:cubicBezTo>
                  <a:cubicBezTo>
                    <a:pt x="155" y="136"/>
                    <a:pt x="158" y="135"/>
                    <a:pt x="159" y="135"/>
                  </a:cubicBezTo>
                  <a:cubicBezTo>
                    <a:pt x="162" y="135"/>
                    <a:pt x="164" y="137"/>
                    <a:pt x="164" y="141"/>
                  </a:cubicBezTo>
                  <a:cubicBezTo>
                    <a:pt x="164" y="144"/>
                    <a:pt x="160" y="149"/>
                    <a:pt x="152" y="156"/>
                  </a:cubicBezTo>
                  <a:cubicBezTo>
                    <a:pt x="135" y="173"/>
                    <a:pt x="113" y="179"/>
                    <a:pt x="87" y="179"/>
                  </a:cubicBezTo>
                  <a:cubicBezTo>
                    <a:pt x="30" y="179"/>
                    <a:pt x="0" y="141"/>
                    <a:pt x="0" y="96"/>
                  </a:cubicBezTo>
                  <a:cubicBezTo>
                    <a:pt x="0" y="41"/>
                    <a:pt x="39" y="0"/>
                    <a:pt x="92" y="0"/>
                  </a:cubicBezTo>
                  <a:cubicBezTo>
                    <a:pt x="136" y="0"/>
                    <a:pt x="168" y="31"/>
                    <a:pt x="168" y="73"/>
                  </a:cubicBezTo>
                  <a:cubicBezTo>
                    <a:pt x="168" y="79"/>
                    <a:pt x="161" y="84"/>
                    <a:pt x="154" y="84"/>
                  </a:cubicBezTo>
                  <a:lnTo>
                    <a:pt x="41" y="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xmlns="" id="{509EE6E4-741B-4623-B0E8-71644D7C85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75" y="2975"/>
              <a:ext cx="102" cy="111"/>
            </a:xfrm>
            <a:custGeom>
              <a:avLst/>
              <a:gdLst>
                <a:gd name="T0" fmla="*/ 43 w 169"/>
                <a:gd name="T1" fmla="*/ 61 h 179"/>
                <a:gd name="T2" fmla="*/ 43 w 169"/>
                <a:gd name="T3" fmla="*/ 61 h 179"/>
                <a:gd name="T4" fmla="*/ 89 w 169"/>
                <a:gd name="T5" fmla="*/ 61 h 179"/>
                <a:gd name="T6" fmla="*/ 126 w 169"/>
                <a:gd name="T7" fmla="*/ 59 h 179"/>
                <a:gd name="T8" fmla="*/ 133 w 169"/>
                <a:gd name="T9" fmla="*/ 50 h 179"/>
                <a:gd name="T10" fmla="*/ 91 w 169"/>
                <a:gd name="T11" fmla="*/ 20 h 179"/>
                <a:gd name="T12" fmla="*/ 43 w 169"/>
                <a:gd name="T13" fmla="*/ 61 h 179"/>
                <a:gd name="T14" fmla="*/ 42 w 169"/>
                <a:gd name="T15" fmla="*/ 84 h 179"/>
                <a:gd name="T16" fmla="*/ 42 w 169"/>
                <a:gd name="T17" fmla="*/ 84 h 179"/>
                <a:gd name="T18" fmla="*/ 42 w 169"/>
                <a:gd name="T19" fmla="*/ 92 h 179"/>
                <a:gd name="T20" fmla="*/ 103 w 169"/>
                <a:gd name="T21" fmla="*/ 150 h 179"/>
                <a:gd name="T22" fmla="*/ 152 w 169"/>
                <a:gd name="T23" fmla="*/ 138 h 179"/>
                <a:gd name="T24" fmla="*/ 159 w 169"/>
                <a:gd name="T25" fmla="*/ 135 h 179"/>
                <a:gd name="T26" fmla="*/ 164 w 169"/>
                <a:gd name="T27" fmla="*/ 141 h 179"/>
                <a:gd name="T28" fmla="*/ 152 w 169"/>
                <a:gd name="T29" fmla="*/ 156 h 179"/>
                <a:gd name="T30" fmla="*/ 87 w 169"/>
                <a:gd name="T31" fmla="*/ 179 h 179"/>
                <a:gd name="T32" fmla="*/ 0 w 169"/>
                <a:gd name="T33" fmla="*/ 96 h 179"/>
                <a:gd name="T34" fmla="*/ 93 w 169"/>
                <a:gd name="T35" fmla="*/ 0 h 179"/>
                <a:gd name="T36" fmla="*/ 169 w 169"/>
                <a:gd name="T37" fmla="*/ 73 h 179"/>
                <a:gd name="T38" fmla="*/ 154 w 169"/>
                <a:gd name="T39" fmla="*/ 84 h 179"/>
                <a:gd name="T40" fmla="*/ 42 w 169"/>
                <a:gd name="T41" fmla="*/ 8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9" h="179">
                  <a:moveTo>
                    <a:pt x="43" y="61"/>
                  </a:moveTo>
                  <a:lnTo>
                    <a:pt x="43" y="61"/>
                  </a:lnTo>
                  <a:lnTo>
                    <a:pt x="89" y="61"/>
                  </a:lnTo>
                  <a:cubicBezTo>
                    <a:pt x="113" y="61"/>
                    <a:pt x="119" y="62"/>
                    <a:pt x="126" y="59"/>
                  </a:cubicBezTo>
                  <a:cubicBezTo>
                    <a:pt x="131" y="58"/>
                    <a:pt x="133" y="54"/>
                    <a:pt x="133" y="50"/>
                  </a:cubicBezTo>
                  <a:cubicBezTo>
                    <a:pt x="133" y="34"/>
                    <a:pt x="114" y="20"/>
                    <a:pt x="91" y="20"/>
                  </a:cubicBezTo>
                  <a:cubicBezTo>
                    <a:pt x="68" y="20"/>
                    <a:pt x="47" y="38"/>
                    <a:pt x="43" y="61"/>
                  </a:cubicBezTo>
                  <a:close/>
                  <a:moveTo>
                    <a:pt x="42" y="84"/>
                  </a:moveTo>
                  <a:lnTo>
                    <a:pt x="42" y="84"/>
                  </a:lnTo>
                  <a:cubicBezTo>
                    <a:pt x="42" y="88"/>
                    <a:pt x="42" y="91"/>
                    <a:pt x="42" y="92"/>
                  </a:cubicBezTo>
                  <a:cubicBezTo>
                    <a:pt x="42" y="128"/>
                    <a:pt x="64" y="150"/>
                    <a:pt x="103" y="150"/>
                  </a:cubicBezTo>
                  <a:cubicBezTo>
                    <a:pt x="127" y="150"/>
                    <a:pt x="142" y="143"/>
                    <a:pt x="152" y="138"/>
                  </a:cubicBezTo>
                  <a:cubicBezTo>
                    <a:pt x="155" y="136"/>
                    <a:pt x="158" y="135"/>
                    <a:pt x="159" y="135"/>
                  </a:cubicBezTo>
                  <a:cubicBezTo>
                    <a:pt x="163" y="135"/>
                    <a:pt x="164" y="137"/>
                    <a:pt x="164" y="141"/>
                  </a:cubicBezTo>
                  <a:cubicBezTo>
                    <a:pt x="164" y="144"/>
                    <a:pt x="160" y="149"/>
                    <a:pt x="152" y="156"/>
                  </a:cubicBezTo>
                  <a:cubicBezTo>
                    <a:pt x="135" y="173"/>
                    <a:pt x="113" y="179"/>
                    <a:pt x="87" y="179"/>
                  </a:cubicBezTo>
                  <a:cubicBezTo>
                    <a:pt x="30" y="179"/>
                    <a:pt x="0" y="141"/>
                    <a:pt x="0" y="96"/>
                  </a:cubicBezTo>
                  <a:cubicBezTo>
                    <a:pt x="0" y="41"/>
                    <a:pt x="39" y="0"/>
                    <a:pt x="93" y="0"/>
                  </a:cubicBezTo>
                  <a:cubicBezTo>
                    <a:pt x="137" y="0"/>
                    <a:pt x="169" y="31"/>
                    <a:pt x="169" y="73"/>
                  </a:cubicBezTo>
                  <a:cubicBezTo>
                    <a:pt x="169" y="79"/>
                    <a:pt x="162" y="84"/>
                    <a:pt x="154" y="84"/>
                  </a:cubicBezTo>
                  <a:lnTo>
                    <a:pt x="42" y="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463E19C8-7B10-4FFE-B43C-55789A4E47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48" y="2920"/>
              <a:ext cx="27" cy="165"/>
            </a:xfrm>
            <a:custGeom>
              <a:avLst/>
              <a:gdLst>
                <a:gd name="T0" fmla="*/ 40 w 44"/>
                <a:gd name="T1" fmla="*/ 0 h 265"/>
                <a:gd name="T2" fmla="*/ 40 w 44"/>
                <a:gd name="T3" fmla="*/ 0 h 265"/>
                <a:gd name="T4" fmla="*/ 22 w 44"/>
                <a:gd name="T5" fmla="*/ 1 h 265"/>
                <a:gd name="T6" fmla="*/ 4 w 44"/>
                <a:gd name="T7" fmla="*/ 0 h 265"/>
                <a:gd name="T8" fmla="*/ 0 w 44"/>
                <a:gd name="T9" fmla="*/ 0 h 265"/>
                <a:gd name="T10" fmla="*/ 0 w 44"/>
                <a:gd name="T11" fmla="*/ 265 h 265"/>
                <a:gd name="T12" fmla="*/ 4 w 44"/>
                <a:gd name="T13" fmla="*/ 265 h 265"/>
                <a:gd name="T14" fmla="*/ 22 w 44"/>
                <a:gd name="T15" fmla="*/ 264 h 265"/>
                <a:gd name="T16" fmla="*/ 40 w 44"/>
                <a:gd name="T17" fmla="*/ 265 h 265"/>
                <a:gd name="T18" fmla="*/ 44 w 44"/>
                <a:gd name="T19" fmla="*/ 265 h 265"/>
                <a:gd name="T20" fmla="*/ 44 w 44"/>
                <a:gd name="T21" fmla="*/ 0 h 265"/>
                <a:gd name="T22" fmla="*/ 40 w 44"/>
                <a:gd name="T2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265">
                  <a:moveTo>
                    <a:pt x="40" y="0"/>
                  </a:moveTo>
                  <a:lnTo>
                    <a:pt x="40" y="0"/>
                  </a:lnTo>
                  <a:cubicBezTo>
                    <a:pt x="31" y="0"/>
                    <a:pt x="27" y="1"/>
                    <a:pt x="22" y="1"/>
                  </a:cubicBezTo>
                  <a:cubicBezTo>
                    <a:pt x="17" y="1"/>
                    <a:pt x="13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lnTo>
                    <a:pt x="0" y="265"/>
                  </a:lnTo>
                  <a:cubicBezTo>
                    <a:pt x="2" y="265"/>
                    <a:pt x="3" y="265"/>
                    <a:pt x="4" y="265"/>
                  </a:cubicBezTo>
                  <a:cubicBezTo>
                    <a:pt x="13" y="264"/>
                    <a:pt x="17" y="264"/>
                    <a:pt x="22" y="264"/>
                  </a:cubicBezTo>
                  <a:cubicBezTo>
                    <a:pt x="27" y="264"/>
                    <a:pt x="31" y="264"/>
                    <a:pt x="40" y="265"/>
                  </a:cubicBezTo>
                  <a:cubicBezTo>
                    <a:pt x="42" y="265"/>
                    <a:pt x="43" y="265"/>
                    <a:pt x="44" y="265"/>
                  </a:cubicBezTo>
                  <a:lnTo>
                    <a:pt x="44" y="0"/>
                  </a:lnTo>
                  <a:cubicBezTo>
                    <a:pt x="43" y="0"/>
                    <a:pt x="42" y="0"/>
                    <a:pt x="4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xmlns="" id="{985B7622-4BDC-4640-9F0A-5BAEEADA18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97" y="2973"/>
              <a:ext cx="115" cy="114"/>
            </a:xfrm>
            <a:custGeom>
              <a:avLst/>
              <a:gdLst>
                <a:gd name="T0" fmla="*/ 90 w 192"/>
                <a:gd name="T1" fmla="*/ 22 h 183"/>
                <a:gd name="T2" fmla="*/ 90 w 192"/>
                <a:gd name="T3" fmla="*/ 22 h 183"/>
                <a:gd name="T4" fmla="*/ 44 w 192"/>
                <a:gd name="T5" fmla="*/ 91 h 183"/>
                <a:gd name="T6" fmla="*/ 103 w 192"/>
                <a:gd name="T7" fmla="*/ 160 h 183"/>
                <a:gd name="T8" fmla="*/ 148 w 192"/>
                <a:gd name="T9" fmla="*/ 91 h 183"/>
                <a:gd name="T10" fmla="*/ 90 w 192"/>
                <a:gd name="T11" fmla="*/ 22 h 183"/>
                <a:gd name="T12" fmla="*/ 191 w 192"/>
                <a:gd name="T13" fmla="*/ 87 h 183"/>
                <a:gd name="T14" fmla="*/ 191 w 192"/>
                <a:gd name="T15" fmla="*/ 87 h 183"/>
                <a:gd name="T16" fmla="*/ 96 w 192"/>
                <a:gd name="T17" fmla="*/ 181 h 183"/>
                <a:gd name="T18" fmla="*/ 2 w 192"/>
                <a:gd name="T19" fmla="*/ 96 h 183"/>
                <a:gd name="T20" fmla="*/ 96 w 192"/>
                <a:gd name="T21" fmla="*/ 2 h 183"/>
                <a:gd name="T22" fmla="*/ 191 w 192"/>
                <a:gd name="T23" fmla="*/ 8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2" h="183">
                  <a:moveTo>
                    <a:pt x="90" y="22"/>
                  </a:moveTo>
                  <a:lnTo>
                    <a:pt x="90" y="22"/>
                  </a:lnTo>
                  <a:cubicBezTo>
                    <a:pt x="60" y="24"/>
                    <a:pt x="41" y="50"/>
                    <a:pt x="44" y="91"/>
                  </a:cubicBezTo>
                  <a:cubicBezTo>
                    <a:pt x="49" y="136"/>
                    <a:pt x="69" y="162"/>
                    <a:pt x="103" y="160"/>
                  </a:cubicBezTo>
                  <a:cubicBezTo>
                    <a:pt x="132" y="159"/>
                    <a:pt x="152" y="133"/>
                    <a:pt x="148" y="91"/>
                  </a:cubicBezTo>
                  <a:cubicBezTo>
                    <a:pt x="144" y="47"/>
                    <a:pt x="124" y="21"/>
                    <a:pt x="90" y="22"/>
                  </a:cubicBezTo>
                  <a:close/>
                  <a:moveTo>
                    <a:pt x="191" y="87"/>
                  </a:moveTo>
                  <a:lnTo>
                    <a:pt x="191" y="87"/>
                  </a:lnTo>
                  <a:cubicBezTo>
                    <a:pt x="192" y="141"/>
                    <a:pt x="153" y="178"/>
                    <a:pt x="96" y="181"/>
                  </a:cubicBezTo>
                  <a:cubicBezTo>
                    <a:pt x="43" y="183"/>
                    <a:pt x="4" y="146"/>
                    <a:pt x="2" y="96"/>
                  </a:cubicBezTo>
                  <a:cubicBezTo>
                    <a:pt x="0" y="42"/>
                    <a:pt x="39" y="5"/>
                    <a:pt x="96" y="2"/>
                  </a:cubicBezTo>
                  <a:cubicBezTo>
                    <a:pt x="150" y="0"/>
                    <a:pt x="189" y="37"/>
                    <a:pt x="191" y="8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xmlns="" id="{F7F3E100-5613-484A-B1E3-F84ADB5552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1" y="2976"/>
              <a:ext cx="103" cy="110"/>
            </a:xfrm>
            <a:custGeom>
              <a:avLst/>
              <a:gdLst>
                <a:gd name="T0" fmla="*/ 146 w 171"/>
                <a:gd name="T1" fmla="*/ 2 h 176"/>
                <a:gd name="T2" fmla="*/ 146 w 171"/>
                <a:gd name="T3" fmla="*/ 2 h 176"/>
                <a:gd name="T4" fmla="*/ 99 w 171"/>
                <a:gd name="T5" fmla="*/ 115 h 176"/>
                <a:gd name="T6" fmla="*/ 42 w 171"/>
                <a:gd name="T7" fmla="*/ 2 h 176"/>
                <a:gd name="T8" fmla="*/ 41 w 171"/>
                <a:gd name="T9" fmla="*/ 2 h 176"/>
                <a:gd name="T10" fmla="*/ 32 w 171"/>
                <a:gd name="T11" fmla="*/ 2 h 176"/>
                <a:gd name="T12" fmla="*/ 9 w 171"/>
                <a:gd name="T13" fmla="*/ 1 h 176"/>
                <a:gd name="T14" fmla="*/ 1 w 171"/>
                <a:gd name="T15" fmla="*/ 0 h 176"/>
                <a:gd name="T16" fmla="*/ 0 w 171"/>
                <a:gd name="T17" fmla="*/ 0 h 176"/>
                <a:gd name="T18" fmla="*/ 66 w 171"/>
                <a:gd name="T19" fmla="*/ 132 h 176"/>
                <a:gd name="T20" fmla="*/ 87 w 171"/>
                <a:gd name="T21" fmla="*/ 172 h 176"/>
                <a:gd name="T22" fmla="*/ 94 w 171"/>
                <a:gd name="T23" fmla="*/ 176 h 176"/>
                <a:gd name="T24" fmla="*/ 104 w 171"/>
                <a:gd name="T25" fmla="*/ 160 h 176"/>
                <a:gd name="T26" fmla="*/ 171 w 171"/>
                <a:gd name="T27" fmla="*/ 1 h 176"/>
                <a:gd name="T28" fmla="*/ 151 w 171"/>
                <a:gd name="T29" fmla="*/ 2 h 176"/>
                <a:gd name="T30" fmla="*/ 146 w 171"/>
                <a:gd name="T31" fmla="*/ 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1" h="176">
                  <a:moveTo>
                    <a:pt x="146" y="2"/>
                  </a:moveTo>
                  <a:lnTo>
                    <a:pt x="146" y="2"/>
                  </a:lnTo>
                  <a:cubicBezTo>
                    <a:pt x="130" y="44"/>
                    <a:pt x="108" y="95"/>
                    <a:pt x="99" y="115"/>
                  </a:cubicBezTo>
                  <a:cubicBezTo>
                    <a:pt x="89" y="97"/>
                    <a:pt x="64" y="48"/>
                    <a:pt x="42" y="2"/>
                  </a:cubicBezTo>
                  <a:cubicBezTo>
                    <a:pt x="42" y="2"/>
                    <a:pt x="41" y="2"/>
                    <a:pt x="41" y="2"/>
                  </a:cubicBezTo>
                  <a:cubicBezTo>
                    <a:pt x="37" y="2"/>
                    <a:pt x="36" y="2"/>
                    <a:pt x="32" y="2"/>
                  </a:cubicBezTo>
                  <a:cubicBezTo>
                    <a:pt x="24" y="2"/>
                    <a:pt x="18" y="2"/>
                    <a:pt x="9" y="1"/>
                  </a:cubicBezTo>
                  <a:cubicBezTo>
                    <a:pt x="5" y="0"/>
                    <a:pt x="2" y="0"/>
                    <a:pt x="1" y="0"/>
                  </a:cubicBezTo>
                  <a:lnTo>
                    <a:pt x="0" y="0"/>
                  </a:lnTo>
                  <a:lnTo>
                    <a:pt x="66" y="132"/>
                  </a:lnTo>
                  <a:cubicBezTo>
                    <a:pt x="78" y="156"/>
                    <a:pt x="85" y="169"/>
                    <a:pt x="87" y="172"/>
                  </a:cubicBezTo>
                  <a:cubicBezTo>
                    <a:pt x="89" y="175"/>
                    <a:pt x="91" y="176"/>
                    <a:pt x="94" y="176"/>
                  </a:cubicBezTo>
                  <a:cubicBezTo>
                    <a:pt x="97" y="176"/>
                    <a:pt x="98" y="173"/>
                    <a:pt x="104" y="160"/>
                  </a:cubicBezTo>
                  <a:cubicBezTo>
                    <a:pt x="109" y="149"/>
                    <a:pt x="153" y="45"/>
                    <a:pt x="171" y="1"/>
                  </a:cubicBezTo>
                  <a:cubicBezTo>
                    <a:pt x="165" y="2"/>
                    <a:pt x="155" y="2"/>
                    <a:pt x="151" y="2"/>
                  </a:cubicBezTo>
                  <a:cubicBezTo>
                    <a:pt x="150" y="2"/>
                    <a:pt x="148" y="2"/>
                    <a:pt x="14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xmlns="" id="{CD0B3914-A89B-4B6D-9485-6EBFA3AE2D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1" y="2917"/>
              <a:ext cx="118" cy="169"/>
            </a:xfrm>
            <a:custGeom>
              <a:avLst/>
              <a:gdLst>
                <a:gd name="T0" fmla="*/ 104 w 195"/>
                <a:gd name="T1" fmla="*/ 104 h 273"/>
                <a:gd name="T2" fmla="*/ 104 w 195"/>
                <a:gd name="T3" fmla="*/ 104 h 273"/>
                <a:gd name="T4" fmla="*/ 52 w 195"/>
                <a:gd name="T5" fmla="*/ 84 h 273"/>
                <a:gd name="T6" fmla="*/ 40 w 195"/>
                <a:gd name="T7" fmla="*/ 61 h 273"/>
                <a:gd name="T8" fmla="*/ 54 w 195"/>
                <a:gd name="T9" fmla="*/ 34 h 273"/>
                <a:gd name="T10" fmla="*/ 88 w 195"/>
                <a:gd name="T11" fmla="*/ 23 h 273"/>
                <a:gd name="T12" fmla="*/ 131 w 195"/>
                <a:gd name="T13" fmla="*/ 36 h 273"/>
                <a:gd name="T14" fmla="*/ 166 w 195"/>
                <a:gd name="T15" fmla="*/ 73 h 273"/>
                <a:gd name="T16" fmla="*/ 172 w 195"/>
                <a:gd name="T17" fmla="*/ 75 h 273"/>
                <a:gd name="T18" fmla="*/ 177 w 195"/>
                <a:gd name="T19" fmla="*/ 69 h 273"/>
                <a:gd name="T20" fmla="*/ 176 w 195"/>
                <a:gd name="T21" fmla="*/ 63 h 273"/>
                <a:gd name="T22" fmla="*/ 171 w 195"/>
                <a:gd name="T23" fmla="*/ 22 h 273"/>
                <a:gd name="T24" fmla="*/ 91 w 195"/>
                <a:gd name="T25" fmla="*/ 0 h 273"/>
                <a:gd name="T26" fmla="*/ 24 w 195"/>
                <a:gd name="T27" fmla="*/ 22 h 273"/>
                <a:gd name="T28" fmla="*/ 0 w 195"/>
                <a:gd name="T29" fmla="*/ 72 h 273"/>
                <a:gd name="T30" fmla="*/ 36 w 195"/>
                <a:gd name="T31" fmla="*/ 129 h 273"/>
                <a:gd name="T32" fmla="*/ 87 w 195"/>
                <a:gd name="T33" fmla="*/ 152 h 273"/>
                <a:gd name="T34" fmla="*/ 139 w 195"/>
                <a:gd name="T35" fmla="*/ 177 h 273"/>
                <a:gd name="T36" fmla="*/ 153 w 195"/>
                <a:gd name="T37" fmla="*/ 204 h 273"/>
                <a:gd name="T38" fmla="*/ 138 w 195"/>
                <a:gd name="T39" fmla="*/ 236 h 273"/>
                <a:gd name="T40" fmla="*/ 98 w 195"/>
                <a:gd name="T41" fmla="*/ 250 h 273"/>
                <a:gd name="T42" fmla="*/ 47 w 195"/>
                <a:gd name="T43" fmla="*/ 231 h 273"/>
                <a:gd name="T44" fmla="*/ 14 w 195"/>
                <a:gd name="T45" fmla="*/ 188 h 273"/>
                <a:gd name="T46" fmla="*/ 6 w 195"/>
                <a:gd name="T47" fmla="*/ 178 h 273"/>
                <a:gd name="T48" fmla="*/ 0 w 195"/>
                <a:gd name="T49" fmla="*/ 184 h 273"/>
                <a:gd name="T50" fmla="*/ 0 w 195"/>
                <a:gd name="T51" fmla="*/ 190 h 273"/>
                <a:gd name="T52" fmla="*/ 4 w 195"/>
                <a:gd name="T53" fmla="*/ 245 h 273"/>
                <a:gd name="T54" fmla="*/ 99 w 195"/>
                <a:gd name="T55" fmla="*/ 273 h 273"/>
                <a:gd name="T56" fmla="*/ 195 w 195"/>
                <a:gd name="T57" fmla="*/ 187 h 273"/>
                <a:gd name="T58" fmla="*/ 104 w 195"/>
                <a:gd name="T59" fmla="*/ 104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5" h="273">
                  <a:moveTo>
                    <a:pt x="104" y="104"/>
                  </a:moveTo>
                  <a:lnTo>
                    <a:pt x="104" y="104"/>
                  </a:lnTo>
                  <a:cubicBezTo>
                    <a:pt x="81" y="97"/>
                    <a:pt x="60" y="91"/>
                    <a:pt x="52" y="84"/>
                  </a:cubicBezTo>
                  <a:cubicBezTo>
                    <a:pt x="43" y="77"/>
                    <a:pt x="40" y="70"/>
                    <a:pt x="40" y="61"/>
                  </a:cubicBezTo>
                  <a:cubicBezTo>
                    <a:pt x="40" y="50"/>
                    <a:pt x="45" y="41"/>
                    <a:pt x="54" y="34"/>
                  </a:cubicBezTo>
                  <a:cubicBezTo>
                    <a:pt x="63" y="27"/>
                    <a:pt x="75" y="23"/>
                    <a:pt x="88" y="23"/>
                  </a:cubicBezTo>
                  <a:cubicBezTo>
                    <a:pt x="103" y="23"/>
                    <a:pt x="117" y="27"/>
                    <a:pt x="131" y="36"/>
                  </a:cubicBezTo>
                  <a:cubicBezTo>
                    <a:pt x="155" y="52"/>
                    <a:pt x="161" y="67"/>
                    <a:pt x="166" y="73"/>
                  </a:cubicBezTo>
                  <a:cubicBezTo>
                    <a:pt x="167" y="74"/>
                    <a:pt x="169" y="75"/>
                    <a:pt x="172" y="75"/>
                  </a:cubicBezTo>
                  <a:cubicBezTo>
                    <a:pt x="175" y="75"/>
                    <a:pt x="177" y="73"/>
                    <a:pt x="177" y="69"/>
                  </a:cubicBezTo>
                  <a:lnTo>
                    <a:pt x="176" y="63"/>
                  </a:lnTo>
                  <a:lnTo>
                    <a:pt x="171" y="22"/>
                  </a:lnTo>
                  <a:cubicBezTo>
                    <a:pt x="147" y="13"/>
                    <a:pt x="120" y="0"/>
                    <a:pt x="91" y="0"/>
                  </a:cubicBezTo>
                  <a:cubicBezTo>
                    <a:pt x="63" y="0"/>
                    <a:pt x="41" y="7"/>
                    <a:pt x="24" y="22"/>
                  </a:cubicBezTo>
                  <a:cubicBezTo>
                    <a:pt x="8" y="37"/>
                    <a:pt x="0" y="50"/>
                    <a:pt x="0" y="72"/>
                  </a:cubicBezTo>
                  <a:cubicBezTo>
                    <a:pt x="0" y="95"/>
                    <a:pt x="15" y="115"/>
                    <a:pt x="36" y="129"/>
                  </a:cubicBezTo>
                  <a:cubicBezTo>
                    <a:pt x="47" y="136"/>
                    <a:pt x="64" y="144"/>
                    <a:pt x="87" y="152"/>
                  </a:cubicBezTo>
                  <a:cubicBezTo>
                    <a:pt x="110" y="160"/>
                    <a:pt x="130" y="168"/>
                    <a:pt x="139" y="177"/>
                  </a:cubicBezTo>
                  <a:cubicBezTo>
                    <a:pt x="149" y="186"/>
                    <a:pt x="153" y="193"/>
                    <a:pt x="153" y="204"/>
                  </a:cubicBezTo>
                  <a:cubicBezTo>
                    <a:pt x="153" y="216"/>
                    <a:pt x="148" y="227"/>
                    <a:pt x="138" y="236"/>
                  </a:cubicBezTo>
                  <a:cubicBezTo>
                    <a:pt x="128" y="245"/>
                    <a:pt x="115" y="250"/>
                    <a:pt x="98" y="250"/>
                  </a:cubicBezTo>
                  <a:cubicBezTo>
                    <a:pt x="79" y="250"/>
                    <a:pt x="61" y="244"/>
                    <a:pt x="47" y="231"/>
                  </a:cubicBezTo>
                  <a:cubicBezTo>
                    <a:pt x="33" y="219"/>
                    <a:pt x="22" y="208"/>
                    <a:pt x="14" y="188"/>
                  </a:cubicBezTo>
                  <a:cubicBezTo>
                    <a:pt x="11" y="182"/>
                    <a:pt x="8" y="178"/>
                    <a:pt x="6" y="178"/>
                  </a:cubicBezTo>
                  <a:cubicBezTo>
                    <a:pt x="2" y="178"/>
                    <a:pt x="0" y="180"/>
                    <a:pt x="0" y="184"/>
                  </a:cubicBezTo>
                  <a:cubicBezTo>
                    <a:pt x="0" y="185"/>
                    <a:pt x="0" y="187"/>
                    <a:pt x="0" y="190"/>
                  </a:cubicBezTo>
                  <a:lnTo>
                    <a:pt x="4" y="245"/>
                  </a:lnTo>
                  <a:cubicBezTo>
                    <a:pt x="26" y="257"/>
                    <a:pt x="61" y="273"/>
                    <a:pt x="99" y="273"/>
                  </a:cubicBezTo>
                  <a:cubicBezTo>
                    <a:pt x="160" y="273"/>
                    <a:pt x="195" y="229"/>
                    <a:pt x="195" y="187"/>
                  </a:cubicBezTo>
                  <a:cubicBezTo>
                    <a:pt x="195" y="156"/>
                    <a:pt x="177" y="129"/>
                    <a:pt x="104" y="10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xmlns="" id="{42253408-3225-40A0-980C-9BA926544B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64" y="2974"/>
              <a:ext cx="88" cy="112"/>
            </a:xfrm>
            <a:custGeom>
              <a:avLst/>
              <a:gdLst>
                <a:gd name="T0" fmla="*/ 106 w 146"/>
                <a:gd name="T1" fmla="*/ 112 h 181"/>
                <a:gd name="T2" fmla="*/ 106 w 146"/>
                <a:gd name="T3" fmla="*/ 112 h 181"/>
                <a:gd name="T4" fmla="*/ 68 w 146"/>
                <a:gd name="T5" fmla="*/ 155 h 181"/>
                <a:gd name="T6" fmla="*/ 42 w 146"/>
                <a:gd name="T7" fmla="*/ 134 h 181"/>
                <a:gd name="T8" fmla="*/ 77 w 146"/>
                <a:gd name="T9" fmla="*/ 100 h 181"/>
                <a:gd name="T10" fmla="*/ 106 w 146"/>
                <a:gd name="T11" fmla="*/ 85 h 181"/>
                <a:gd name="T12" fmla="*/ 106 w 146"/>
                <a:gd name="T13" fmla="*/ 112 h 181"/>
                <a:gd name="T14" fmla="*/ 106 w 146"/>
                <a:gd name="T15" fmla="*/ 112 h 181"/>
                <a:gd name="T16" fmla="*/ 81 w 146"/>
                <a:gd name="T17" fmla="*/ 0 h 181"/>
                <a:gd name="T18" fmla="*/ 81 w 146"/>
                <a:gd name="T19" fmla="*/ 0 h 181"/>
                <a:gd name="T20" fmla="*/ 35 w 146"/>
                <a:gd name="T21" fmla="*/ 8 h 181"/>
                <a:gd name="T22" fmla="*/ 11 w 146"/>
                <a:gd name="T23" fmla="*/ 40 h 181"/>
                <a:gd name="T24" fmla="*/ 30 w 146"/>
                <a:gd name="T25" fmla="*/ 59 h 181"/>
                <a:gd name="T26" fmla="*/ 55 w 146"/>
                <a:gd name="T27" fmla="*/ 40 h 181"/>
                <a:gd name="T28" fmla="*/ 83 w 146"/>
                <a:gd name="T29" fmla="*/ 21 h 181"/>
                <a:gd name="T30" fmla="*/ 100 w 146"/>
                <a:gd name="T31" fmla="*/ 28 h 181"/>
                <a:gd name="T32" fmla="*/ 102 w 146"/>
                <a:gd name="T33" fmla="*/ 61 h 181"/>
                <a:gd name="T34" fmla="*/ 91 w 146"/>
                <a:gd name="T35" fmla="*/ 73 h 181"/>
                <a:gd name="T36" fmla="*/ 66 w 146"/>
                <a:gd name="T37" fmla="*/ 83 h 181"/>
                <a:gd name="T38" fmla="*/ 27 w 146"/>
                <a:gd name="T39" fmla="*/ 98 h 181"/>
                <a:gd name="T40" fmla="*/ 0 w 146"/>
                <a:gd name="T41" fmla="*/ 139 h 181"/>
                <a:gd name="T42" fmla="*/ 52 w 146"/>
                <a:gd name="T43" fmla="*/ 181 h 181"/>
                <a:gd name="T44" fmla="*/ 106 w 146"/>
                <a:gd name="T45" fmla="*/ 150 h 181"/>
                <a:gd name="T46" fmla="*/ 130 w 146"/>
                <a:gd name="T47" fmla="*/ 181 h 181"/>
                <a:gd name="T48" fmla="*/ 146 w 146"/>
                <a:gd name="T49" fmla="*/ 178 h 181"/>
                <a:gd name="T50" fmla="*/ 146 w 146"/>
                <a:gd name="T51" fmla="*/ 57 h 181"/>
                <a:gd name="T52" fmla="*/ 81 w 14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" h="181">
                  <a:moveTo>
                    <a:pt x="106" y="112"/>
                  </a:moveTo>
                  <a:lnTo>
                    <a:pt x="106" y="112"/>
                  </a:lnTo>
                  <a:cubicBezTo>
                    <a:pt x="106" y="138"/>
                    <a:pt x="89" y="154"/>
                    <a:pt x="68" y="155"/>
                  </a:cubicBezTo>
                  <a:cubicBezTo>
                    <a:pt x="52" y="156"/>
                    <a:pt x="42" y="148"/>
                    <a:pt x="42" y="134"/>
                  </a:cubicBezTo>
                  <a:cubicBezTo>
                    <a:pt x="42" y="118"/>
                    <a:pt x="51" y="111"/>
                    <a:pt x="77" y="100"/>
                  </a:cubicBezTo>
                  <a:cubicBezTo>
                    <a:pt x="92" y="94"/>
                    <a:pt x="102" y="89"/>
                    <a:pt x="106" y="85"/>
                  </a:cubicBezTo>
                  <a:lnTo>
                    <a:pt x="106" y="112"/>
                  </a:lnTo>
                  <a:lnTo>
                    <a:pt x="106" y="112"/>
                  </a:lnTo>
                  <a:close/>
                  <a:moveTo>
                    <a:pt x="81" y="0"/>
                  </a:moveTo>
                  <a:lnTo>
                    <a:pt x="81" y="0"/>
                  </a:lnTo>
                  <a:cubicBezTo>
                    <a:pt x="62" y="0"/>
                    <a:pt x="49" y="2"/>
                    <a:pt x="35" y="8"/>
                  </a:cubicBezTo>
                  <a:cubicBezTo>
                    <a:pt x="20" y="15"/>
                    <a:pt x="11" y="26"/>
                    <a:pt x="11" y="40"/>
                  </a:cubicBezTo>
                  <a:cubicBezTo>
                    <a:pt x="11" y="52"/>
                    <a:pt x="19" y="59"/>
                    <a:pt x="30" y="59"/>
                  </a:cubicBezTo>
                  <a:cubicBezTo>
                    <a:pt x="44" y="59"/>
                    <a:pt x="52" y="53"/>
                    <a:pt x="55" y="40"/>
                  </a:cubicBezTo>
                  <a:cubicBezTo>
                    <a:pt x="58" y="28"/>
                    <a:pt x="72" y="21"/>
                    <a:pt x="83" y="21"/>
                  </a:cubicBezTo>
                  <a:cubicBezTo>
                    <a:pt x="90" y="21"/>
                    <a:pt x="96" y="23"/>
                    <a:pt x="100" y="28"/>
                  </a:cubicBezTo>
                  <a:cubicBezTo>
                    <a:pt x="109" y="37"/>
                    <a:pt x="107" y="53"/>
                    <a:pt x="102" y="61"/>
                  </a:cubicBezTo>
                  <a:cubicBezTo>
                    <a:pt x="99" y="66"/>
                    <a:pt x="95" y="70"/>
                    <a:pt x="91" y="73"/>
                  </a:cubicBezTo>
                  <a:cubicBezTo>
                    <a:pt x="86" y="75"/>
                    <a:pt x="81" y="79"/>
                    <a:pt x="66" y="83"/>
                  </a:cubicBezTo>
                  <a:cubicBezTo>
                    <a:pt x="48" y="89"/>
                    <a:pt x="35" y="94"/>
                    <a:pt x="27" y="98"/>
                  </a:cubicBezTo>
                  <a:cubicBezTo>
                    <a:pt x="11" y="106"/>
                    <a:pt x="0" y="118"/>
                    <a:pt x="0" y="139"/>
                  </a:cubicBezTo>
                  <a:cubicBezTo>
                    <a:pt x="0" y="161"/>
                    <a:pt x="21" y="181"/>
                    <a:pt x="52" y="181"/>
                  </a:cubicBezTo>
                  <a:cubicBezTo>
                    <a:pt x="97" y="181"/>
                    <a:pt x="106" y="150"/>
                    <a:pt x="106" y="150"/>
                  </a:cubicBezTo>
                  <a:cubicBezTo>
                    <a:pt x="106" y="174"/>
                    <a:pt x="116" y="181"/>
                    <a:pt x="130" y="181"/>
                  </a:cubicBezTo>
                  <a:cubicBezTo>
                    <a:pt x="135" y="181"/>
                    <a:pt x="141" y="180"/>
                    <a:pt x="146" y="178"/>
                  </a:cubicBezTo>
                  <a:lnTo>
                    <a:pt x="146" y="57"/>
                  </a:lnTo>
                  <a:cubicBezTo>
                    <a:pt x="146" y="19"/>
                    <a:pt x="122" y="0"/>
                    <a:pt x="8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xmlns="" id="{1D96613E-9245-4A01-A95B-FBD659B9C1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16" y="2974"/>
              <a:ext cx="87" cy="112"/>
            </a:xfrm>
            <a:custGeom>
              <a:avLst/>
              <a:gdLst>
                <a:gd name="T0" fmla="*/ 107 w 146"/>
                <a:gd name="T1" fmla="*/ 112 h 181"/>
                <a:gd name="T2" fmla="*/ 107 w 146"/>
                <a:gd name="T3" fmla="*/ 112 h 181"/>
                <a:gd name="T4" fmla="*/ 68 w 146"/>
                <a:gd name="T5" fmla="*/ 155 h 181"/>
                <a:gd name="T6" fmla="*/ 43 w 146"/>
                <a:gd name="T7" fmla="*/ 134 h 181"/>
                <a:gd name="T8" fmla="*/ 78 w 146"/>
                <a:gd name="T9" fmla="*/ 100 h 181"/>
                <a:gd name="T10" fmla="*/ 107 w 146"/>
                <a:gd name="T11" fmla="*/ 85 h 181"/>
                <a:gd name="T12" fmla="*/ 107 w 146"/>
                <a:gd name="T13" fmla="*/ 112 h 181"/>
                <a:gd name="T14" fmla="*/ 107 w 146"/>
                <a:gd name="T15" fmla="*/ 112 h 181"/>
                <a:gd name="T16" fmla="*/ 82 w 146"/>
                <a:gd name="T17" fmla="*/ 0 h 181"/>
                <a:gd name="T18" fmla="*/ 82 w 146"/>
                <a:gd name="T19" fmla="*/ 0 h 181"/>
                <a:gd name="T20" fmla="*/ 35 w 146"/>
                <a:gd name="T21" fmla="*/ 8 h 181"/>
                <a:gd name="T22" fmla="*/ 11 w 146"/>
                <a:gd name="T23" fmla="*/ 40 h 181"/>
                <a:gd name="T24" fmla="*/ 31 w 146"/>
                <a:gd name="T25" fmla="*/ 59 h 181"/>
                <a:gd name="T26" fmla="*/ 55 w 146"/>
                <a:gd name="T27" fmla="*/ 40 h 181"/>
                <a:gd name="T28" fmla="*/ 83 w 146"/>
                <a:gd name="T29" fmla="*/ 21 h 181"/>
                <a:gd name="T30" fmla="*/ 100 w 146"/>
                <a:gd name="T31" fmla="*/ 28 h 181"/>
                <a:gd name="T32" fmla="*/ 102 w 146"/>
                <a:gd name="T33" fmla="*/ 61 h 181"/>
                <a:gd name="T34" fmla="*/ 91 w 146"/>
                <a:gd name="T35" fmla="*/ 73 h 181"/>
                <a:gd name="T36" fmla="*/ 66 w 146"/>
                <a:gd name="T37" fmla="*/ 83 h 181"/>
                <a:gd name="T38" fmla="*/ 28 w 146"/>
                <a:gd name="T39" fmla="*/ 98 h 181"/>
                <a:gd name="T40" fmla="*/ 0 w 146"/>
                <a:gd name="T41" fmla="*/ 139 h 181"/>
                <a:gd name="T42" fmla="*/ 52 w 146"/>
                <a:gd name="T43" fmla="*/ 181 h 181"/>
                <a:gd name="T44" fmla="*/ 107 w 146"/>
                <a:gd name="T45" fmla="*/ 150 h 181"/>
                <a:gd name="T46" fmla="*/ 131 w 146"/>
                <a:gd name="T47" fmla="*/ 181 h 181"/>
                <a:gd name="T48" fmla="*/ 146 w 146"/>
                <a:gd name="T49" fmla="*/ 178 h 181"/>
                <a:gd name="T50" fmla="*/ 146 w 146"/>
                <a:gd name="T51" fmla="*/ 57 h 181"/>
                <a:gd name="T52" fmla="*/ 82 w 14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" h="181">
                  <a:moveTo>
                    <a:pt x="107" y="112"/>
                  </a:moveTo>
                  <a:lnTo>
                    <a:pt x="107" y="112"/>
                  </a:lnTo>
                  <a:cubicBezTo>
                    <a:pt x="107" y="138"/>
                    <a:pt x="89" y="154"/>
                    <a:pt x="68" y="155"/>
                  </a:cubicBezTo>
                  <a:cubicBezTo>
                    <a:pt x="53" y="156"/>
                    <a:pt x="43" y="148"/>
                    <a:pt x="43" y="134"/>
                  </a:cubicBezTo>
                  <a:cubicBezTo>
                    <a:pt x="43" y="118"/>
                    <a:pt x="51" y="111"/>
                    <a:pt x="78" y="100"/>
                  </a:cubicBezTo>
                  <a:cubicBezTo>
                    <a:pt x="93" y="94"/>
                    <a:pt x="103" y="89"/>
                    <a:pt x="107" y="85"/>
                  </a:cubicBezTo>
                  <a:lnTo>
                    <a:pt x="107" y="112"/>
                  </a:lnTo>
                  <a:lnTo>
                    <a:pt x="107" y="112"/>
                  </a:lnTo>
                  <a:close/>
                  <a:moveTo>
                    <a:pt x="82" y="0"/>
                  </a:moveTo>
                  <a:lnTo>
                    <a:pt x="82" y="0"/>
                  </a:lnTo>
                  <a:cubicBezTo>
                    <a:pt x="62" y="0"/>
                    <a:pt x="49" y="2"/>
                    <a:pt x="35" y="8"/>
                  </a:cubicBezTo>
                  <a:cubicBezTo>
                    <a:pt x="21" y="15"/>
                    <a:pt x="11" y="26"/>
                    <a:pt x="11" y="40"/>
                  </a:cubicBezTo>
                  <a:cubicBezTo>
                    <a:pt x="11" y="52"/>
                    <a:pt x="19" y="59"/>
                    <a:pt x="31" y="59"/>
                  </a:cubicBezTo>
                  <a:cubicBezTo>
                    <a:pt x="44" y="59"/>
                    <a:pt x="52" y="53"/>
                    <a:pt x="55" y="40"/>
                  </a:cubicBezTo>
                  <a:cubicBezTo>
                    <a:pt x="58" y="28"/>
                    <a:pt x="73" y="21"/>
                    <a:pt x="83" y="21"/>
                  </a:cubicBezTo>
                  <a:cubicBezTo>
                    <a:pt x="91" y="21"/>
                    <a:pt x="96" y="23"/>
                    <a:pt x="100" y="28"/>
                  </a:cubicBezTo>
                  <a:cubicBezTo>
                    <a:pt x="109" y="37"/>
                    <a:pt x="107" y="53"/>
                    <a:pt x="102" y="61"/>
                  </a:cubicBezTo>
                  <a:cubicBezTo>
                    <a:pt x="99" y="66"/>
                    <a:pt x="96" y="70"/>
                    <a:pt x="91" y="73"/>
                  </a:cubicBezTo>
                  <a:cubicBezTo>
                    <a:pt x="87" y="75"/>
                    <a:pt x="81" y="79"/>
                    <a:pt x="66" y="83"/>
                  </a:cubicBezTo>
                  <a:cubicBezTo>
                    <a:pt x="48" y="89"/>
                    <a:pt x="35" y="94"/>
                    <a:pt x="28" y="98"/>
                  </a:cubicBezTo>
                  <a:cubicBezTo>
                    <a:pt x="11" y="106"/>
                    <a:pt x="0" y="118"/>
                    <a:pt x="0" y="139"/>
                  </a:cubicBezTo>
                  <a:cubicBezTo>
                    <a:pt x="0" y="161"/>
                    <a:pt x="22" y="181"/>
                    <a:pt x="52" y="181"/>
                  </a:cubicBezTo>
                  <a:cubicBezTo>
                    <a:pt x="98" y="181"/>
                    <a:pt x="107" y="150"/>
                    <a:pt x="107" y="150"/>
                  </a:cubicBezTo>
                  <a:cubicBezTo>
                    <a:pt x="107" y="174"/>
                    <a:pt x="117" y="181"/>
                    <a:pt x="131" y="181"/>
                  </a:cubicBezTo>
                  <a:cubicBezTo>
                    <a:pt x="135" y="181"/>
                    <a:pt x="141" y="180"/>
                    <a:pt x="146" y="178"/>
                  </a:cubicBezTo>
                  <a:lnTo>
                    <a:pt x="146" y="57"/>
                  </a:lnTo>
                  <a:cubicBezTo>
                    <a:pt x="146" y="19"/>
                    <a:pt x="122" y="0"/>
                    <a:pt x="8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xmlns="" id="{6B798CC3-F443-4750-98A7-F0521B86F1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6" y="2975"/>
              <a:ext cx="80" cy="111"/>
            </a:xfrm>
            <a:custGeom>
              <a:avLst/>
              <a:gdLst>
                <a:gd name="T0" fmla="*/ 4 w 133"/>
                <a:gd name="T1" fmla="*/ 45 h 179"/>
                <a:gd name="T2" fmla="*/ 4 w 133"/>
                <a:gd name="T3" fmla="*/ 45 h 179"/>
                <a:gd name="T4" fmla="*/ 61 w 133"/>
                <a:gd name="T5" fmla="*/ 103 h 179"/>
                <a:gd name="T6" fmla="*/ 99 w 133"/>
                <a:gd name="T7" fmla="*/ 136 h 179"/>
                <a:gd name="T8" fmla="*/ 70 w 133"/>
                <a:gd name="T9" fmla="*/ 159 h 179"/>
                <a:gd name="T10" fmla="*/ 15 w 133"/>
                <a:gd name="T11" fmla="*/ 122 h 179"/>
                <a:gd name="T12" fmla="*/ 5 w 133"/>
                <a:gd name="T13" fmla="*/ 109 h 179"/>
                <a:gd name="T14" fmla="*/ 0 w 133"/>
                <a:gd name="T15" fmla="*/ 118 h 179"/>
                <a:gd name="T16" fmla="*/ 0 w 133"/>
                <a:gd name="T17" fmla="*/ 155 h 179"/>
                <a:gd name="T18" fmla="*/ 1 w 133"/>
                <a:gd name="T19" fmla="*/ 157 h 179"/>
                <a:gd name="T20" fmla="*/ 70 w 133"/>
                <a:gd name="T21" fmla="*/ 179 h 179"/>
                <a:gd name="T22" fmla="*/ 133 w 133"/>
                <a:gd name="T23" fmla="*/ 127 h 179"/>
                <a:gd name="T24" fmla="*/ 80 w 133"/>
                <a:gd name="T25" fmla="*/ 72 h 179"/>
                <a:gd name="T26" fmla="*/ 35 w 133"/>
                <a:gd name="T27" fmla="*/ 38 h 179"/>
                <a:gd name="T28" fmla="*/ 60 w 133"/>
                <a:gd name="T29" fmla="*/ 19 h 179"/>
                <a:gd name="T30" fmla="*/ 112 w 133"/>
                <a:gd name="T31" fmla="*/ 49 h 179"/>
                <a:gd name="T32" fmla="*/ 122 w 133"/>
                <a:gd name="T33" fmla="*/ 60 h 179"/>
                <a:gd name="T34" fmla="*/ 127 w 133"/>
                <a:gd name="T35" fmla="*/ 52 h 179"/>
                <a:gd name="T36" fmla="*/ 125 w 133"/>
                <a:gd name="T37" fmla="*/ 24 h 179"/>
                <a:gd name="T38" fmla="*/ 124 w 133"/>
                <a:gd name="T39" fmla="*/ 18 h 179"/>
                <a:gd name="T40" fmla="*/ 63 w 133"/>
                <a:gd name="T41" fmla="*/ 0 h 179"/>
                <a:gd name="T42" fmla="*/ 4 w 133"/>
                <a:gd name="T43" fmla="*/ 4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3" h="179">
                  <a:moveTo>
                    <a:pt x="4" y="45"/>
                  </a:moveTo>
                  <a:lnTo>
                    <a:pt x="4" y="45"/>
                  </a:lnTo>
                  <a:cubicBezTo>
                    <a:pt x="4" y="70"/>
                    <a:pt x="16" y="81"/>
                    <a:pt x="61" y="103"/>
                  </a:cubicBezTo>
                  <a:cubicBezTo>
                    <a:pt x="81" y="112"/>
                    <a:pt x="99" y="117"/>
                    <a:pt x="99" y="136"/>
                  </a:cubicBezTo>
                  <a:cubicBezTo>
                    <a:pt x="99" y="153"/>
                    <a:pt x="84" y="159"/>
                    <a:pt x="70" y="159"/>
                  </a:cubicBezTo>
                  <a:cubicBezTo>
                    <a:pt x="47" y="159"/>
                    <a:pt x="27" y="152"/>
                    <a:pt x="15" y="122"/>
                  </a:cubicBezTo>
                  <a:cubicBezTo>
                    <a:pt x="11" y="114"/>
                    <a:pt x="8" y="109"/>
                    <a:pt x="5" y="109"/>
                  </a:cubicBezTo>
                  <a:cubicBezTo>
                    <a:pt x="1" y="109"/>
                    <a:pt x="0" y="112"/>
                    <a:pt x="0" y="118"/>
                  </a:cubicBezTo>
                  <a:cubicBezTo>
                    <a:pt x="0" y="132"/>
                    <a:pt x="0" y="145"/>
                    <a:pt x="0" y="155"/>
                  </a:cubicBezTo>
                  <a:cubicBezTo>
                    <a:pt x="0" y="156"/>
                    <a:pt x="0" y="157"/>
                    <a:pt x="1" y="157"/>
                  </a:cubicBezTo>
                  <a:cubicBezTo>
                    <a:pt x="14" y="166"/>
                    <a:pt x="39" y="179"/>
                    <a:pt x="70" y="179"/>
                  </a:cubicBezTo>
                  <a:cubicBezTo>
                    <a:pt x="109" y="179"/>
                    <a:pt x="133" y="152"/>
                    <a:pt x="133" y="127"/>
                  </a:cubicBezTo>
                  <a:cubicBezTo>
                    <a:pt x="133" y="104"/>
                    <a:pt x="119" y="88"/>
                    <a:pt x="80" y="72"/>
                  </a:cubicBezTo>
                  <a:cubicBezTo>
                    <a:pt x="44" y="56"/>
                    <a:pt x="35" y="52"/>
                    <a:pt x="35" y="38"/>
                  </a:cubicBezTo>
                  <a:cubicBezTo>
                    <a:pt x="35" y="28"/>
                    <a:pt x="46" y="19"/>
                    <a:pt x="60" y="19"/>
                  </a:cubicBezTo>
                  <a:cubicBezTo>
                    <a:pt x="83" y="19"/>
                    <a:pt x="101" y="24"/>
                    <a:pt x="112" y="49"/>
                  </a:cubicBezTo>
                  <a:cubicBezTo>
                    <a:pt x="116" y="56"/>
                    <a:pt x="119" y="60"/>
                    <a:pt x="122" y="60"/>
                  </a:cubicBezTo>
                  <a:cubicBezTo>
                    <a:pt x="125" y="60"/>
                    <a:pt x="127" y="57"/>
                    <a:pt x="127" y="52"/>
                  </a:cubicBezTo>
                  <a:cubicBezTo>
                    <a:pt x="127" y="45"/>
                    <a:pt x="126" y="35"/>
                    <a:pt x="125" y="24"/>
                  </a:cubicBezTo>
                  <a:cubicBezTo>
                    <a:pt x="125" y="22"/>
                    <a:pt x="124" y="20"/>
                    <a:pt x="124" y="18"/>
                  </a:cubicBezTo>
                  <a:cubicBezTo>
                    <a:pt x="110" y="10"/>
                    <a:pt x="89" y="0"/>
                    <a:pt x="63" y="0"/>
                  </a:cubicBezTo>
                  <a:cubicBezTo>
                    <a:pt x="29" y="0"/>
                    <a:pt x="4" y="22"/>
                    <a:pt x="4" y="4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xmlns="" id="{441E609D-50AC-43AF-8942-F8173427CF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1" y="2919"/>
              <a:ext cx="31" cy="32"/>
            </a:xfrm>
            <a:custGeom>
              <a:avLst/>
              <a:gdLst>
                <a:gd name="T0" fmla="*/ 25 w 51"/>
                <a:gd name="T1" fmla="*/ 51 h 51"/>
                <a:gd name="T2" fmla="*/ 25 w 51"/>
                <a:gd name="T3" fmla="*/ 51 h 51"/>
                <a:gd name="T4" fmla="*/ 43 w 51"/>
                <a:gd name="T5" fmla="*/ 43 h 51"/>
                <a:gd name="T6" fmla="*/ 51 w 51"/>
                <a:gd name="T7" fmla="*/ 25 h 51"/>
                <a:gd name="T8" fmla="*/ 43 w 51"/>
                <a:gd name="T9" fmla="*/ 7 h 51"/>
                <a:gd name="T10" fmla="*/ 25 w 51"/>
                <a:gd name="T11" fmla="*/ 0 h 51"/>
                <a:gd name="T12" fmla="*/ 7 w 51"/>
                <a:gd name="T13" fmla="*/ 7 h 51"/>
                <a:gd name="T14" fmla="*/ 0 w 51"/>
                <a:gd name="T15" fmla="*/ 25 h 51"/>
                <a:gd name="T16" fmla="*/ 7 w 51"/>
                <a:gd name="T17" fmla="*/ 43 h 51"/>
                <a:gd name="T18" fmla="*/ 25 w 51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51">
                  <a:moveTo>
                    <a:pt x="25" y="51"/>
                  </a:moveTo>
                  <a:lnTo>
                    <a:pt x="25" y="51"/>
                  </a:lnTo>
                  <a:cubicBezTo>
                    <a:pt x="32" y="51"/>
                    <a:pt x="38" y="48"/>
                    <a:pt x="43" y="43"/>
                  </a:cubicBezTo>
                  <a:cubicBezTo>
                    <a:pt x="48" y="38"/>
                    <a:pt x="51" y="32"/>
                    <a:pt x="51" y="25"/>
                  </a:cubicBezTo>
                  <a:cubicBezTo>
                    <a:pt x="51" y="18"/>
                    <a:pt x="48" y="12"/>
                    <a:pt x="43" y="7"/>
                  </a:cubicBezTo>
                  <a:cubicBezTo>
                    <a:pt x="38" y="2"/>
                    <a:pt x="32" y="0"/>
                    <a:pt x="25" y="0"/>
                  </a:cubicBezTo>
                  <a:cubicBezTo>
                    <a:pt x="18" y="0"/>
                    <a:pt x="12" y="2"/>
                    <a:pt x="7" y="7"/>
                  </a:cubicBezTo>
                  <a:cubicBezTo>
                    <a:pt x="2" y="12"/>
                    <a:pt x="0" y="18"/>
                    <a:pt x="0" y="25"/>
                  </a:cubicBezTo>
                  <a:cubicBezTo>
                    <a:pt x="0" y="32"/>
                    <a:pt x="2" y="38"/>
                    <a:pt x="7" y="43"/>
                  </a:cubicBezTo>
                  <a:cubicBezTo>
                    <a:pt x="12" y="48"/>
                    <a:pt x="18" y="51"/>
                    <a:pt x="25" y="5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xmlns="" id="{AE0597C4-1386-42BD-A555-112D80487E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3" y="2974"/>
              <a:ext cx="35" cy="110"/>
            </a:xfrm>
            <a:custGeom>
              <a:avLst/>
              <a:gdLst>
                <a:gd name="T0" fmla="*/ 12 w 59"/>
                <a:gd name="T1" fmla="*/ 4 h 177"/>
                <a:gd name="T2" fmla="*/ 12 w 59"/>
                <a:gd name="T3" fmla="*/ 4 h 177"/>
                <a:gd name="T4" fmla="*/ 8 w 59"/>
                <a:gd name="T5" fmla="*/ 5 h 177"/>
                <a:gd name="T6" fmla="*/ 0 w 59"/>
                <a:gd name="T7" fmla="*/ 10 h 177"/>
                <a:gd name="T8" fmla="*/ 8 w 59"/>
                <a:gd name="T9" fmla="*/ 16 h 177"/>
                <a:gd name="T10" fmla="*/ 19 w 59"/>
                <a:gd name="T11" fmla="*/ 43 h 177"/>
                <a:gd name="T12" fmla="*/ 19 w 59"/>
                <a:gd name="T13" fmla="*/ 177 h 177"/>
                <a:gd name="T14" fmla="*/ 39 w 59"/>
                <a:gd name="T15" fmla="*/ 176 h 177"/>
                <a:gd name="T16" fmla="*/ 59 w 59"/>
                <a:gd name="T17" fmla="*/ 177 h 177"/>
                <a:gd name="T18" fmla="*/ 59 w 59"/>
                <a:gd name="T19" fmla="*/ 0 h 177"/>
                <a:gd name="T20" fmla="*/ 12 w 59"/>
                <a:gd name="T21" fmla="*/ 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77">
                  <a:moveTo>
                    <a:pt x="12" y="4"/>
                  </a:moveTo>
                  <a:lnTo>
                    <a:pt x="12" y="4"/>
                  </a:lnTo>
                  <a:lnTo>
                    <a:pt x="8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2" y="16"/>
                    <a:pt x="8" y="16"/>
                  </a:cubicBezTo>
                  <a:cubicBezTo>
                    <a:pt x="18" y="18"/>
                    <a:pt x="19" y="21"/>
                    <a:pt x="19" y="43"/>
                  </a:cubicBezTo>
                  <a:lnTo>
                    <a:pt x="19" y="177"/>
                  </a:lnTo>
                  <a:cubicBezTo>
                    <a:pt x="25" y="177"/>
                    <a:pt x="31" y="176"/>
                    <a:pt x="39" y="176"/>
                  </a:cubicBezTo>
                  <a:cubicBezTo>
                    <a:pt x="47" y="176"/>
                    <a:pt x="53" y="177"/>
                    <a:pt x="59" y="177"/>
                  </a:cubicBezTo>
                  <a:lnTo>
                    <a:pt x="59" y="0"/>
                  </a:lnTo>
                  <a:lnTo>
                    <a:pt x="12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xmlns="" id="{CCD6B96E-8AD6-4385-BBAF-1D650BBA4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5" y="2919"/>
              <a:ext cx="31" cy="32"/>
            </a:xfrm>
            <a:custGeom>
              <a:avLst/>
              <a:gdLst>
                <a:gd name="T0" fmla="*/ 26 w 52"/>
                <a:gd name="T1" fmla="*/ 51 h 51"/>
                <a:gd name="T2" fmla="*/ 26 w 52"/>
                <a:gd name="T3" fmla="*/ 51 h 51"/>
                <a:gd name="T4" fmla="*/ 44 w 52"/>
                <a:gd name="T5" fmla="*/ 43 h 51"/>
                <a:gd name="T6" fmla="*/ 52 w 52"/>
                <a:gd name="T7" fmla="*/ 25 h 51"/>
                <a:gd name="T8" fmla="*/ 44 w 52"/>
                <a:gd name="T9" fmla="*/ 7 h 51"/>
                <a:gd name="T10" fmla="*/ 26 w 52"/>
                <a:gd name="T11" fmla="*/ 0 h 51"/>
                <a:gd name="T12" fmla="*/ 8 w 52"/>
                <a:gd name="T13" fmla="*/ 7 h 51"/>
                <a:gd name="T14" fmla="*/ 0 w 52"/>
                <a:gd name="T15" fmla="*/ 25 h 51"/>
                <a:gd name="T16" fmla="*/ 8 w 52"/>
                <a:gd name="T17" fmla="*/ 43 h 51"/>
                <a:gd name="T18" fmla="*/ 26 w 52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1">
                  <a:moveTo>
                    <a:pt x="26" y="51"/>
                  </a:moveTo>
                  <a:lnTo>
                    <a:pt x="26" y="51"/>
                  </a:lnTo>
                  <a:cubicBezTo>
                    <a:pt x="33" y="51"/>
                    <a:pt x="39" y="48"/>
                    <a:pt x="44" y="43"/>
                  </a:cubicBezTo>
                  <a:cubicBezTo>
                    <a:pt x="49" y="38"/>
                    <a:pt x="52" y="32"/>
                    <a:pt x="52" y="25"/>
                  </a:cubicBezTo>
                  <a:cubicBezTo>
                    <a:pt x="52" y="18"/>
                    <a:pt x="49" y="12"/>
                    <a:pt x="44" y="7"/>
                  </a:cubicBezTo>
                  <a:cubicBezTo>
                    <a:pt x="39" y="2"/>
                    <a:pt x="33" y="0"/>
                    <a:pt x="26" y="0"/>
                  </a:cubicBezTo>
                  <a:cubicBezTo>
                    <a:pt x="19" y="0"/>
                    <a:pt x="13" y="2"/>
                    <a:pt x="8" y="7"/>
                  </a:cubicBezTo>
                  <a:cubicBezTo>
                    <a:pt x="3" y="12"/>
                    <a:pt x="0" y="18"/>
                    <a:pt x="0" y="25"/>
                  </a:cubicBezTo>
                  <a:cubicBezTo>
                    <a:pt x="0" y="32"/>
                    <a:pt x="3" y="38"/>
                    <a:pt x="8" y="43"/>
                  </a:cubicBezTo>
                  <a:cubicBezTo>
                    <a:pt x="13" y="48"/>
                    <a:pt x="19" y="51"/>
                    <a:pt x="26" y="5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xmlns="" id="{743B3DF8-800B-468C-9FEE-5767705301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26" y="2974"/>
              <a:ext cx="37" cy="110"/>
            </a:xfrm>
            <a:custGeom>
              <a:avLst/>
              <a:gdLst>
                <a:gd name="T0" fmla="*/ 12 w 60"/>
                <a:gd name="T1" fmla="*/ 4 h 177"/>
                <a:gd name="T2" fmla="*/ 12 w 60"/>
                <a:gd name="T3" fmla="*/ 4 h 177"/>
                <a:gd name="T4" fmla="*/ 9 w 60"/>
                <a:gd name="T5" fmla="*/ 5 h 177"/>
                <a:gd name="T6" fmla="*/ 0 w 60"/>
                <a:gd name="T7" fmla="*/ 10 h 177"/>
                <a:gd name="T8" fmla="*/ 9 w 60"/>
                <a:gd name="T9" fmla="*/ 16 h 177"/>
                <a:gd name="T10" fmla="*/ 20 w 60"/>
                <a:gd name="T11" fmla="*/ 43 h 177"/>
                <a:gd name="T12" fmla="*/ 20 w 60"/>
                <a:gd name="T13" fmla="*/ 177 h 177"/>
                <a:gd name="T14" fmla="*/ 40 w 60"/>
                <a:gd name="T15" fmla="*/ 176 h 177"/>
                <a:gd name="T16" fmla="*/ 60 w 60"/>
                <a:gd name="T17" fmla="*/ 177 h 177"/>
                <a:gd name="T18" fmla="*/ 60 w 60"/>
                <a:gd name="T19" fmla="*/ 0 h 177"/>
                <a:gd name="T20" fmla="*/ 12 w 60"/>
                <a:gd name="T21" fmla="*/ 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177">
                  <a:moveTo>
                    <a:pt x="12" y="4"/>
                  </a:moveTo>
                  <a:lnTo>
                    <a:pt x="12" y="4"/>
                  </a:lnTo>
                  <a:lnTo>
                    <a:pt x="9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9" y="16"/>
                  </a:cubicBezTo>
                  <a:cubicBezTo>
                    <a:pt x="18" y="18"/>
                    <a:pt x="20" y="21"/>
                    <a:pt x="20" y="43"/>
                  </a:cubicBezTo>
                  <a:lnTo>
                    <a:pt x="20" y="177"/>
                  </a:lnTo>
                  <a:cubicBezTo>
                    <a:pt x="26" y="177"/>
                    <a:pt x="32" y="176"/>
                    <a:pt x="40" y="176"/>
                  </a:cubicBezTo>
                  <a:cubicBezTo>
                    <a:pt x="48" y="176"/>
                    <a:pt x="54" y="177"/>
                    <a:pt x="60" y="177"/>
                  </a:cubicBezTo>
                  <a:lnTo>
                    <a:pt x="60" y="0"/>
                  </a:lnTo>
                  <a:lnTo>
                    <a:pt x="12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xmlns="" id="{2D596E1C-03C6-4E97-A65E-138FA2B18D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08" y="2914"/>
              <a:ext cx="109" cy="171"/>
            </a:xfrm>
            <a:custGeom>
              <a:avLst/>
              <a:gdLst>
                <a:gd name="T0" fmla="*/ 174 w 180"/>
                <a:gd name="T1" fmla="*/ 125 h 274"/>
                <a:gd name="T2" fmla="*/ 174 w 180"/>
                <a:gd name="T3" fmla="*/ 125 h 274"/>
                <a:gd name="T4" fmla="*/ 153 w 180"/>
                <a:gd name="T5" fmla="*/ 104 h 274"/>
                <a:gd name="T6" fmla="*/ 125 w 180"/>
                <a:gd name="T7" fmla="*/ 97 h 274"/>
                <a:gd name="T8" fmla="*/ 89 w 180"/>
                <a:gd name="T9" fmla="*/ 107 h 274"/>
                <a:gd name="T10" fmla="*/ 58 w 180"/>
                <a:gd name="T11" fmla="*/ 136 h 274"/>
                <a:gd name="T12" fmla="*/ 58 w 180"/>
                <a:gd name="T13" fmla="*/ 0 h 274"/>
                <a:gd name="T14" fmla="*/ 12 w 180"/>
                <a:gd name="T15" fmla="*/ 3 h 274"/>
                <a:gd name="T16" fmla="*/ 8 w 180"/>
                <a:gd name="T17" fmla="*/ 4 h 274"/>
                <a:gd name="T18" fmla="*/ 0 w 180"/>
                <a:gd name="T19" fmla="*/ 9 h 274"/>
                <a:gd name="T20" fmla="*/ 8 w 180"/>
                <a:gd name="T21" fmla="*/ 15 h 274"/>
                <a:gd name="T22" fmla="*/ 18 w 180"/>
                <a:gd name="T23" fmla="*/ 42 h 274"/>
                <a:gd name="T24" fmla="*/ 18 w 180"/>
                <a:gd name="T25" fmla="*/ 273 h 274"/>
                <a:gd name="T26" fmla="*/ 36 w 180"/>
                <a:gd name="T27" fmla="*/ 272 h 274"/>
                <a:gd name="T28" fmla="*/ 58 w 180"/>
                <a:gd name="T29" fmla="*/ 274 h 274"/>
                <a:gd name="T30" fmla="*/ 58 w 180"/>
                <a:gd name="T31" fmla="*/ 179 h 274"/>
                <a:gd name="T32" fmla="*/ 66 w 180"/>
                <a:gd name="T33" fmla="*/ 152 h 274"/>
                <a:gd name="T34" fmla="*/ 81 w 180"/>
                <a:gd name="T35" fmla="*/ 135 h 274"/>
                <a:gd name="T36" fmla="*/ 113 w 180"/>
                <a:gd name="T37" fmla="*/ 125 h 274"/>
                <a:gd name="T38" fmla="*/ 136 w 180"/>
                <a:gd name="T39" fmla="*/ 137 h 274"/>
                <a:gd name="T40" fmla="*/ 141 w 180"/>
                <a:gd name="T41" fmla="*/ 183 h 274"/>
                <a:gd name="T42" fmla="*/ 141 w 180"/>
                <a:gd name="T43" fmla="*/ 274 h 274"/>
                <a:gd name="T44" fmla="*/ 145 w 180"/>
                <a:gd name="T45" fmla="*/ 273 h 274"/>
                <a:gd name="T46" fmla="*/ 163 w 180"/>
                <a:gd name="T47" fmla="*/ 272 h 274"/>
                <a:gd name="T48" fmla="*/ 180 w 180"/>
                <a:gd name="T49" fmla="*/ 273 h 274"/>
                <a:gd name="T50" fmla="*/ 180 w 180"/>
                <a:gd name="T51" fmla="*/ 178 h 274"/>
                <a:gd name="T52" fmla="*/ 174 w 180"/>
                <a:gd name="T53" fmla="*/ 125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0" h="274">
                  <a:moveTo>
                    <a:pt x="174" y="125"/>
                  </a:moveTo>
                  <a:lnTo>
                    <a:pt x="174" y="125"/>
                  </a:lnTo>
                  <a:cubicBezTo>
                    <a:pt x="169" y="115"/>
                    <a:pt x="162" y="108"/>
                    <a:pt x="153" y="104"/>
                  </a:cubicBezTo>
                  <a:cubicBezTo>
                    <a:pt x="144" y="99"/>
                    <a:pt x="135" y="97"/>
                    <a:pt x="125" y="97"/>
                  </a:cubicBezTo>
                  <a:cubicBezTo>
                    <a:pt x="113" y="97"/>
                    <a:pt x="99" y="100"/>
                    <a:pt x="89" y="107"/>
                  </a:cubicBezTo>
                  <a:cubicBezTo>
                    <a:pt x="79" y="113"/>
                    <a:pt x="67" y="123"/>
                    <a:pt x="58" y="136"/>
                  </a:cubicBezTo>
                  <a:lnTo>
                    <a:pt x="58" y="0"/>
                  </a:lnTo>
                  <a:lnTo>
                    <a:pt x="12" y="3"/>
                  </a:lnTo>
                  <a:lnTo>
                    <a:pt x="8" y="4"/>
                  </a:lnTo>
                  <a:cubicBezTo>
                    <a:pt x="2" y="4"/>
                    <a:pt x="0" y="6"/>
                    <a:pt x="0" y="9"/>
                  </a:cubicBezTo>
                  <a:cubicBezTo>
                    <a:pt x="0" y="13"/>
                    <a:pt x="2" y="15"/>
                    <a:pt x="8" y="15"/>
                  </a:cubicBezTo>
                  <a:cubicBezTo>
                    <a:pt x="20" y="17"/>
                    <a:pt x="18" y="21"/>
                    <a:pt x="18" y="42"/>
                  </a:cubicBezTo>
                  <a:lnTo>
                    <a:pt x="18" y="273"/>
                  </a:lnTo>
                  <a:cubicBezTo>
                    <a:pt x="23" y="273"/>
                    <a:pt x="28" y="272"/>
                    <a:pt x="36" y="272"/>
                  </a:cubicBezTo>
                  <a:cubicBezTo>
                    <a:pt x="43" y="272"/>
                    <a:pt x="52" y="273"/>
                    <a:pt x="58" y="274"/>
                  </a:cubicBezTo>
                  <a:lnTo>
                    <a:pt x="58" y="179"/>
                  </a:lnTo>
                  <a:cubicBezTo>
                    <a:pt x="58" y="168"/>
                    <a:pt x="61" y="160"/>
                    <a:pt x="66" y="152"/>
                  </a:cubicBezTo>
                  <a:cubicBezTo>
                    <a:pt x="71" y="146"/>
                    <a:pt x="76" y="139"/>
                    <a:pt x="81" y="135"/>
                  </a:cubicBezTo>
                  <a:cubicBezTo>
                    <a:pt x="90" y="128"/>
                    <a:pt x="103" y="125"/>
                    <a:pt x="113" y="125"/>
                  </a:cubicBezTo>
                  <a:cubicBezTo>
                    <a:pt x="124" y="125"/>
                    <a:pt x="132" y="129"/>
                    <a:pt x="136" y="137"/>
                  </a:cubicBezTo>
                  <a:cubicBezTo>
                    <a:pt x="139" y="146"/>
                    <a:pt x="141" y="154"/>
                    <a:pt x="141" y="183"/>
                  </a:cubicBezTo>
                  <a:lnTo>
                    <a:pt x="141" y="274"/>
                  </a:lnTo>
                  <a:cubicBezTo>
                    <a:pt x="142" y="274"/>
                    <a:pt x="143" y="274"/>
                    <a:pt x="145" y="273"/>
                  </a:cubicBezTo>
                  <a:cubicBezTo>
                    <a:pt x="151" y="273"/>
                    <a:pt x="160" y="272"/>
                    <a:pt x="163" y="272"/>
                  </a:cubicBezTo>
                  <a:cubicBezTo>
                    <a:pt x="174" y="272"/>
                    <a:pt x="176" y="272"/>
                    <a:pt x="180" y="273"/>
                  </a:cubicBezTo>
                  <a:lnTo>
                    <a:pt x="180" y="178"/>
                  </a:lnTo>
                  <a:cubicBezTo>
                    <a:pt x="180" y="151"/>
                    <a:pt x="179" y="135"/>
                    <a:pt x="174" y="12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xmlns="" id="{5AFCA421-C44B-49AA-8043-BEABC452EC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26" y="2914"/>
              <a:ext cx="104" cy="172"/>
            </a:xfrm>
            <a:custGeom>
              <a:avLst/>
              <a:gdLst>
                <a:gd name="T0" fmla="*/ 133 w 173"/>
                <a:gd name="T1" fmla="*/ 201 h 277"/>
                <a:gd name="T2" fmla="*/ 133 w 173"/>
                <a:gd name="T3" fmla="*/ 201 h 277"/>
                <a:gd name="T4" fmla="*/ 126 w 173"/>
                <a:gd name="T5" fmla="*/ 226 h 277"/>
                <a:gd name="T6" fmla="*/ 87 w 173"/>
                <a:gd name="T7" fmla="*/ 248 h 277"/>
                <a:gd name="T8" fmla="*/ 43 w 173"/>
                <a:gd name="T9" fmla="*/ 184 h 277"/>
                <a:gd name="T10" fmla="*/ 91 w 173"/>
                <a:gd name="T11" fmla="*/ 117 h 277"/>
                <a:gd name="T12" fmla="*/ 126 w 173"/>
                <a:gd name="T13" fmla="*/ 135 h 277"/>
                <a:gd name="T14" fmla="*/ 133 w 173"/>
                <a:gd name="T15" fmla="*/ 160 h 277"/>
                <a:gd name="T16" fmla="*/ 133 w 173"/>
                <a:gd name="T17" fmla="*/ 201 h 277"/>
                <a:gd name="T18" fmla="*/ 133 w 173"/>
                <a:gd name="T19" fmla="*/ 201 h 277"/>
                <a:gd name="T20" fmla="*/ 126 w 173"/>
                <a:gd name="T21" fmla="*/ 3 h 277"/>
                <a:gd name="T22" fmla="*/ 126 w 173"/>
                <a:gd name="T23" fmla="*/ 3 h 277"/>
                <a:gd name="T24" fmla="*/ 122 w 173"/>
                <a:gd name="T25" fmla="*/ 4 h 277"/>
                <a:gd name="T26" fmla="*/ 114 w 173"/>
                <a:gd name="T27" fmla="*/ 9 h 277"/>
                <a:gd name="T28" fmla="*/ 122 w 173"/>
                <a:gd name="T29" fmla="*/ 15 h 277"/>
                <a:gd name="T30" fmla="*/ 133 w 173"/>
                <a:gd name="T31" fmla="*/ 42 h 277"/>
                <a:gd name="T32" fmla="*/ 133 w 173"/>
                <a:gd name="T33" fmla="*/ 116 h 277"/>
                <a:gd name="T34" fmla="*/ 88 w 173"/>
                <a:gd name="T35" fmla="*/ 98 h 277"/>
                <a:gd name="T36" fmla="*/ 0 w 173"/>
                <a:gd name="T37" fmla="*/ 192 h 277"/>
                <a:gd name="T38" fmla="*/ 81 w 173"/>
                <a:gd name="T39" fmla="*/ 277 h 277"/>
                <a:gd name="T40" fmla="*/ 111 w 173"/>
                <a:gd name="T41" fmla="*/ 269 h 277"/>
                <a:gd name="T42" fmla="*/ 133 w 173"/>
                <a:gd name="T43" fmla="*/ 246 h 277"/>
                <a:gd name="T44" fmla="*/ 133 w 173"/>
                <a:gd name="T45" fmla="*/ 274 h 277"/>
                <a:gd name="T46" fmla="*/ 173 w 173"/>
                <a:gd name="T47" fmla="*/ 270 h 277"/>
                <a:gd name="T48" fmla="*/ 173 w 173"/>
                <a:gd name="T49" fmla="*/ 0 h 277"/>
                <a:gd name="T50" fmla="*/ 126 w 173"/>
                <a:gd name="T51" fmla="*/ 3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3" h="277">
                  <a:moveTo>
                    <a:pt x="133" y="201"/>
                  </a:moveTo>
                  <a:lnTo>
                    <a:pt x="133" y="201"/>
                  </a:lnTo>
                  <a:cubicBezTo>
                    <a:pt x="133" y="209"/>
                    <a:pt x="130" y="219"/>
                    <a:pt x="126" y="226"/>
                  </a:cubicBezTo>
                  <a:cubicBezTo>
                    <a:pt x="119" y="238"/>
                    <a:pt x="106" y="248"/>
                    <a:pt x="87" y="248"/>
                  </a:cubicBezTo>
                  <a:cubicBezTo>
                    <a:pt x="59" y="248"/>
                    <a:pt x="43" y="226"/>
                    <a:pt x="43" y="184"/>
                  </a:cubicBezTo>
                  <a:cubicBezTo>
                    <a:pt x="43" y="145"/>
                    <a:pt x="62" y="117"/>
                    <a:pt x="91" y="117"/>
                  </a:cubicBezTo>
                  <a:cubicBezTo>
                    <a:pt x="108" y="117"/>
                    <a:pt x="118" y="125"/>
                    <a:pt x="126" y="135"/>
                  </a:cubicBezTo>
                  <a:cubicBezTo>
                    <a:pt x="130" y="141"/>
                    <a:pt x="133" y="152"/>
                    <a:pt x="133" y="160"/>
                  </a:cubicBezTo>
                  <a:lnTo>
                    <a:pt x="133" y="201"/>
                  </a:lnTo>
                  <a:lnTo>
                    <a:pt x="133" y="201"/>
                  </a:lnTo>
                  <a:close/>
                  <a:moveTo>
                    <a:pt x="126" y="3"/>
                  </a:moveTo>
                  <a:lnTo>
                    <a:pt x="126" y="3"/>
                  </a:lnTo>
                  <a:lnTo>
                    <a:pt x="122" y="4"/>
                  </a:lnTo>
                  <a:cubicBezTo>
                    <a:pt x="116" y="4"/>
                    <a:pt x="114" y="6"/>
                    <a:pt x="114" y="9"/>
                  </a:cubicBezTo>
                  <a:cubicBezTo>
                    <a:pt x="114" y="13"/>
                    <a:pt x="116" y="15"/>
                    <a:pt x="122" y="15"/>
                  </a:cubicBezTo>
                  <a:cubicBezTo>
                    <a:pt x="134" y="17"/>
                    <a:pt x="133" y="21"/>
                    <a:pt x="133" y="42"/>
                  </a:cubicBezTo>
                  <a:lnTo>
                    <a:pt x="133" y="116"/>
                  </a:lnTo>
                  <a:cubicBezTo>
                    <a:pt x="122" y="105"/>
                    <a:pt x="107" y="98"/>
                    <a:pt x="88" y="98"/>
                  </a:cubicBezTo>
                  <a:cubicBezTo>
                    <a:pt x="36" y="98"/>
                    <a:pt x="0" y="136"/>
                    <a:pt x="0" y="192"/>
                  </a:cubicBezTo>
                  <a:cubicBezTo>
                    <a:pt x="0" y="240"/>
                    <a:pt x="34" y="277"/>
                    <a:pt x="81" y="277"/>
                  </a:cubicBezTo>
                  <a:cubicBezTo>
                    <a:pt x="92" y="277"/>
                    <a:pt x="102" y="274"/>
                    <a:pt x="111" y="269"/>
                  </a:cubicBezTo>
                  <a:cubicBezTo>
                    <a:pt x="119" y="264"/>
                    <a:pt x="127" y="256"/>
                    <a:pt x="133" y="246"/>
                  </a:cubicBezTo>
                  <a:lnTo>
                    <a:pt x="133" y="274"/>
                  </a:lnTo>
                  <a:lnTo>
                    <a:pt x="173" y="270"/>
                  </a:lnTo>
                  <a:lnTo>
                    <a:pt x="173" y="0"/>
                  </a:lnTo>
                  <a:lnTo>
                    <a:pt x="12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xmlns="" id="{90CB968E-B21A-48CC-BF68-2B41BC0A5E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2" y="2974"/>
              <a:ext cx="110" cy="111"/>
            </a:xfrm>
            <a:custGeom>
              <a:avLst/>
              <a:gdLst>
                <a:gd name="T0" fmla="*/ 130 w 182"/>
                <a:gd name="T1" fmla="*/ 1 h 178"/>
                <a:gd name="T2" fmla="*/ 130 w 182"/>
                <a:gd name="T3" fmla="*/ 1 h 178"/>
                <a:gd name="T4" fmla="*/ 59 w 182"/>
                <a:gd name="T5" fmla="*/ 40 h 178"/>
                <a:gd name="T6" fmla="*/ 59 w 182"/>
                <a:gd name="T7" fmla="*/ 0 h 178"/>
                <a:gd name="T8" fmla="*/ 12 w 182"/>
                <a:gd name="T9" fmla="*/ 4 h 178"/>
                <a:gd name="T10" fmla="*/ 8 w 182"/>
                <a:gd name="T11" fmla="*/ 5 h 178"/>
                <a:gd name="T12" fmla="*/ 0 w 182"/>
                <a:gd name="T13" fmla="*/ 10 h 178"/>
                <a:gd name="T14" fmla="*/ 8 w 182"/>
                <a:gd name="T15" fmla="*/ 16 h 178"/>
                <a:gd name="T16" fmla="*/ 19 w 182"/>
                <a:gd name="T17" fmla="*/ 43 h 178"/>
                <a:gd name="T18" fmla="*/ 19 w 182"/>
                <a:gd name="T19" fmla="*/ 177 h 178"/>
                <a:gd name="T20" fmla="*/ 39 w 182"/>
                <a:gd name="T21" fmla="*/ 176 h 178"/>
                <a:gd name="T22" fmla="*/ 59 w 182"/>
                <a:gd name="T23" fmla="*/ 177 h 178"/>
                <a:gd name="T24" fmla="*/ 59 w 182"/>
                <a:gd name="T25" fmla="*/ 80 h 178"/>
                <a:gd name="T26" fmla="*/ 65 w 182"/>
                <a:gd name="T27" fmla="*/ 62 h 178"/>
                <a:gd name="T28" fmla="*/ 114 w 182"/>
                <a:gd name="T29" fmla="*/ 29 h 178"/>
                <a:gd name="T30" fmla="*/ 142 w 182"/>
                <a:gd name="T31" fmla="*/ 75 h 178"/>
                <a:gd name="T32" fmla="*/ 142 w 182"/>
                <a:gd name="T33" fmla="*/ 178 h 178"/>
                <a:gd name="T34" fmla="*/ 163 w 182"/>
                <a:gd name="T35" fmla="*/ 176 h 178"/>
                <a:gd name="T36" fmla="*/ 182 w 182"/>
                <a:gd name="T37" fmla="*/ 178 h 178"/>
                <a:gd name="T38" fmla="*/ 182 w 182"/>
                <a:gd name="T39" fmla="*/ 58 h 178"/>
                <a:gd name="T40" fmla="*/ 130 w 182"/>
                <a:gd name="T41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2" h="178">
                  <a:moveTo>
                    <a:pt x="130" y="1"/>
                  </a:moveTo>
                  <a:lnTo>
                    <a:pt x="130" y="1"/>
                  </a:lnTo>
                  <a:cubicBezTo>
                    <a:pt x="101" y="1"/>
                    <a:pt x="72" y="23"/>
                    <a:pt x="59" y="40"/>
                  </a:cubicBezTo>
                  <a:lnTo>
                    <a:pt x="59" y="0"/>
                  </a:lnTo>
                  <a:lnTo>
                    <a:pt x="12" y="4"/>
                  </a:lnTo>
                  <a:lnTo>
                    <a:pt x="8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8" y="16"/>
                  </a:cubicBezTo>
                  <a:cubicBezTo>
                    <a:pt x="18" y="17"/>
                    <a:pt x="19" y="21"/>
                    <a:pt x="19" y="43"/>
                  </a:cubicBezTo>
                  <a:lnTo>
                    <a:pt x="19" y="177"/>
                  </a:lnTo>
                  <a:cubicBezTo>
                    <a:pt x="25" y="177"/>
                    <a:pt x="32" y="176"/>
                    <a:pt x="39" y="176"/>
                  </a:cubicBezTo>
                  <a:cubicBezTo>
                    <a:pt x="47" y="176"/>
                    <a:pt x="53" y="177"/>
                    <a:pt x="59" y="177"/>
                  </a:cubicBezTo>
                  <a:lnTo>
                    <a:pt x="59" y="80"/>
                  </a:lnTo>
                  <a:cubicBezTo>
                    <a:pt x="59" y="73"/>
                    <a:pt x="62" y="66"/>
                    <a:pt x="65" y="62"/>
                  </a:cubicBezTo>
                  <a:cubicBezTo>
                    <a:pt x="73" y="50"/>
                    <a:pt x="91" y="29"/>
                    <a:pt x="114" y="29"/>
                  </a:cubicBezTo>
                  <a:cubicBezTo>
                    <a:pt x="135" y="29"/>
                    <a:pt x="142" y="39"/>
                    <a:pt x="142" y="75"/>
                  </a:cubicBezTo>
                  <a:lnTo>
                    <a:pt x="142" y="178"/>
                  </a:lnTo>
                  <a:cubicBezTo>
                    <a:pt x="149" y="177"/>
                    <a:pt x="154" y="176"/>
                    <a:pt x="163" y="176"/>
                  </a:cubicBezTo>
                  <a:cubicBezTo>
                    <a:pt x="172" y="176"/>
                    <a:pt x="177" y="177"/>
                    <a:pt x="182" y="178"/>
                  </a:cubicBezTo>
                  <a:lnTo>
                    <a:pt x="182" y="58"/>
                  </a:lnTo>
                  <a:cubicBezTo>
                    <a:pt x="182" y="24"/>
                    <a:pt x="164" y="1"/>
                    <a:pt x="13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xmlns="" id="{68DCE117-7ADD-4751-95CC-47A8A45A7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2917"/>
              <a:ext cx="164" cy="170"/>
            </a:xfrm>
            <a:custGeom>
              <a:avLst/>
              <a:gdLst>
                <a:gd name="T0" fmla="*/ 270 w 272"/>
                <a:gd name="T1" fmla="*/ 142 h 274"/>
                <a:gd name="T2" fmla="*/ 270 w 272"/>
                <a:gd name="T3" fmla="*/ 142 h 274"/>
                <a:gd name="T4" fmla="*/ 221 w 272"/>
                <a:gd name="T5" fmla="*/ 144 h 274"/>
                <a:gd name="T6" fmla="*/ 191 w 272"/>
                <a:gd name="T7" fmla="*/ 144 h 274"/>
                <a:gd name="T8" fmla="*/ 184 w 272"/>
                <a:gd name="T9" fmla="*/ 149 h 274"/>
                <a:gd name="T10" fmla="*/ 192 w 272"/>
                <a:gd name="T11" fmla="*/ 155 h 274"/>
                <a:gd name="T12" fmla="*/ 221 w 272"/>
                <a:gd name="T13" fmla="*/ 172 h 274"/>
                <a:gd name="T14" fmla="*/ 224 w 272"/>
                <a:gd name="T15" fmla="*/ 208 h 274"/>
                <a:gd name="T16" fmla="*/ 152 w 272"/>
                <a:gd name="T17" fmla="*/ 252 h 274"/>
                <a:gd name="T18" fmla="*/ 55 w 272"/>
                <a:gd name="T19" fmla="*/ 136 h 274"/>
                <a:gd name="T20" fmla="*/ 153 w 272"/>
                <a:gd name="T21" fmla="*/ 23 h 274"/>
                <a:gd name="T22" fmla="*/ 258 w 272"/>
                <a:gd name="T23" fmla="*/ 88 h 274"/>
                <a:gd name="T24" fmla="*/ 266 w 272"/>
                <a:gd name="T25" fmla="*/ 95 h 274"/>
                <a:gd name="T26" fmla="*/ 272 w 272"/>
                <a:gd name="T27" fmla="*/ 89 h 274"/>
                <a:gd name="T28" fmla="*/ 271 w 272"/>
                <a:gd name="T29" fmla="*/ 82 h 274"/>
                <a:gd name="T30" fmla="*/ 268 w 272"/>
                <a:gd name="T31" fmla="*/ 53 h 274"/>
                <a:gd name="T32" fmla="*/ 265 w 272"/>
                <a:gd name="T33" fmla="*/ 24 h 274"/>
                <a:gd name="T34" fmla="*/ 152 w 272"/>
                <a:gd name="T35" fmla="*/ 0 h 274"/>
                <a:gd name="T36" fmla="*/ 39 w 272"/>
                <a:gd name="T37" fmla="*/ 42 h 274"/>
                <a:gd name="T38" fmla="*/ 0 w 272"/>
                <a:gd name="T39" fmla="*/ 142 h 274"/>
                <a:gd name="T40" fmla="*/ 19 w 272"/>
                <a:gd name="T41" fmla="*/ 212 h 274"/>
                <a:gd name="T42" fmla="*/ 71 w 272"/>
                <a:gd name="T43" fmla="*/ 258 h 274"/>
                <a:gd name="T44" fmla="*/ 145 w 272"/>
                <a:gd name="T45" fmla="*/ 274 h 274"/>
                <a:gd name="T46" fmla="*/ 194 w 272"/>
                <a:gd name="T47" fmla="*/ 268 h 274"/>
                <a:gd name="T48" fmla="*/ 242 w 272"/>
                <a:gd name="T49" fmla="*/ 250 h 274"/>
                <a:gd name="T50" fmla="*/ 266 w 272"/>
                <a:gd name="T51" fmla="*/ 236 h 274"/>
                <a:gd name="T52" fmla="*/ 267 w 272"/>
                <a:gd name="T53" fmla="*/ 222 h 274"/>
                <a:gd name="T54" fmla="*/ 270 w 272"/>
                <a:gd name="T55" fmla="*/ 14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2" h="274">
                  <a:moveTo>
                    <a:pt x="270" y="142"/>
                  </a:moveTo>
                  <a:lnTo>
                    <a:pt x="270" y="142"/>
                  </a:lnTo>
                  <a:lnTo>
                    <a:pt x="221" y="144"/>
                  </a:lnTo>
                  <a:lnTo>
                    <a:pt x="191" y="144"/>
                  </a:lnTo>
                  <a:cubicBezTo>
                    <a:pt x="186" y="144"/>
                    <a:pt x="184" y="146"/>
                    <a:pt x="184" y="149"/>
                  </a:cubicBezTo>
                  <a:cubicBezTo>
                    <a:pt x="184" y="153"/>
                    <a:pt x="187" y="155"/>
                    <a:pt x="192" y="155"/>
                  </a:cubicBezTo>
                  <a:cubicBezTo>
                    <a:pt x="211" y="157"/>
                    <a:pt x="216" y="161"/>
                    <a:pt x="221" y="172"/>
                  </a:cubicBezTo>
                  <a:cubicBezTo>
                    <a:pt x="223" y="178"/>
                    <a:pt x="224" y="187"/>
                    <a:pt x="224" y="208"/>
                  </a:cubicBezTo>
                  <a:cubicBezTo>
                    <a:pt x="224" y="228"/>
                    <a:pt x="197" y="252"/>
                    <a:pt x="152" y="252"/>
                  </a:cubicBezTo>
                  <a:cubicBezTo>
                    <a:pt x="101" y="252"/>
                    <a:pt x="55" y="206"/>
                    <a:pt x="55" y="136"/>
                  </a:cubicBezTo>
                  <a:cubicBezTo>
                    <a:pt x="55" y="60"/>
                    <a:pt x="104" y="23"/>
                    <a:pt x="153" y="23"/>
                  </a:cubicBezTo>
                  <a:cubicBezTo>
                    <a:pt x="208" y="23"/>
                    <a:pt x="240" y="50"/>
                    <a:pt x="258" y="88"/>
                  </a:cubicBezTo>
                  <a:cubicBezTo>
                    <a:pt x="260" y="93"/>
                    <a:pt x="263" y="95"/>
                    <a:pt x="266" y="95"/>
                  </a:cubicBezTo>
                  <a:cubicBezTo>
                    <a:pt x="270" y="95"/>
                    <a:pt x="272" y="93"/>
                    <a:pt x="272" y="89"/>
                  </a:cubicBezTo>
                  <a:cubicBezTo>
                    <a:pt x="272" y="87"/>
                    <a:pt x="271" y="85"/>
                    <a:pt x="271" y="82"/>
                  </a:cubicBezTo>
                  <a:cubicBezTo>
                    <a:pt x="271" y="82"/>
                    <a:pt x="269" y="56"/>
                    <a:pt x="268" y="53"/>
                  </a:cubicBezTo>
                  <a:cubicBezTo>
                    <a:pt x="267" y="44"/>
                    <a:pt x="265" y="24"/>
                    <a:pt x="265" y="24"/>
                  </a:cubicBezTo>
                  <a:cubicBezTo>
                    <a:pt x="265" y="24"/>
                    <a:pt x="218" y="0"/>
                    <a:pt x="152" y="0"/>
                  </a:cubicBezTo>
                  <a:cubicBezTo>
                    <a:pt x="106" y="0"/>
                    <a:pt x="66" y="14"/>
                    <a:pt x="39" y="42"/>
                  </a:cubicBezTo>
                  <a:cubicBezTo>
                    <a:pt x="13" y="70"/>
                    <a:pt x="0" y="103"/>
                    <a:pt x="0" y="142"/>
                  </a:cubicBezTo>
                  <a:cubicBezTo>
                    <a:pt x="0" y="169"/>
                    <a:pt x="6" y="192"/>
                    <a:pt x="19" y="212"/>
                  </a:cubicBezTo>
                  <a:cubicBezTo>
                    <a:pt x="32" y="232"/>
                    <a:pt x="50" y="247"/>
                    <a:pt x="71" y="258"/>
                  </a:cubicBezTo>
                  <a:cubicBezTo>
                    <a:pt x="93" y="268"/>
                    <a:pt x="118" y="274"/>
                    <a:pt x="145" y="274"/>
                  </a:cubicBezTo>
                  <a:cubicBezTo>
                    <a:pt x="161" y="274"/>
                    <a:pt x="178" y="272"/>
                    <a:pt x="194" y="268"/>
                  </a:cubicBezTo>
                  <a:cubicBezTo>
                    <a:pt x="211" y="264"/>
                    <a:pt x="227" y="258"/>
                    <a:pt x="242" y="250"/>
                  </a:cubicBezTo>
                  <a:cubicBezTo>
                    <a:pt x="258" y="242"/>
                    <a:pt x="266" y="237"/>
                    <a:pt x="266" y="236"/>
                  </a:cubicBezTo>
                  <a:cubicBezTo>
                    <a:pt x="266" y="235"/>
                    <a:pt x="266" y="231"/>
                    <a:pt x="267" y="222"/>
                  </a:cubicBezTo>
                  <a:cubicBezTo>
                    <a:pt x="268" y="185"/>
                    <a:pt x="270" y="142"/>
                    <a:pt x="270" y="14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xmlns="" id="{026165B1-574D-413D-88E4-AA74FE6CF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4" y="2973"/>
              <a:ext cx="124" cy="178"/>
            </a:xfrm>
            <a:custGeom>
              <a:avLst/>
              <a:gdLst>
                <a:gd name="T0" fmla="*/ 92 w 207"/>
                <a:gd name="T1" fmla="*/ 110 h 287"/>
                <a:gd name="T2" fmla="*/ 92 w 207"/>
                <a:gd name="T3" fmla="*/ 110 h 287"/>
                <a:gd name="T4" fmla="*/ 54 w 207"/>
                <a:gd name="T5" fmla="*/ 63 h 287"/>
                <a:gd name="T6" fmla="*/ 86 w 207"/>
                <a:gd name="T7" fmla="*/ 21 h 287"/>
                <a:gd name="T8" fmla="*/ 121 w 207"/>
                <a:gd name="T9" fmla="*/ 68 h 287"/>
                <a:gd name="T10" fmla="*/ 92 w 207"/>
                <a:gd name="T11" fmla="*/ 110 h 287"/>
                <a:gd name="T12" fmla="*/ 104 w 207"/>
                <a:gd name="T13" fmla="*/ 195 h 287"/>
                <a:gd name="T14" fmla="*/ 104 w 207"/>
                <a:gd name="T15" fmla="*/ 195 h 287"/>
                <a:gd name="T16" fmla="*/ 164 w 207"/>
                <a:gd name="T17" fmla="*/ 224 h 287"/>
                <a:gd name="T18" fmla="*/ 90 w 207"/>
                <a:gd name="T19" fmla="*/ 263 h 287"/>
                <a:gd name="T20" fmla="*/ 34 w 207"/>
                <a:gd name="T21" fmla="*/ 233 h 287"/>
                <a:gd name="T22" fmla="*/ 104 w 207"/>
                <a:gd name="T23" fmla="*/ 195 h 287"/>
                <a:gd name="T24" fmla="*/ 186 w 207"/>
                <a:gd name="T25" fmla="*/ 0 h 287"/>
                <a:gd name="T26" fmla="*/ 186 w 207"/>
                <a:gd name="T27" fmla="*/ 0 h 287"/>
                <a:gd name="T28" fmla="*/ 145 w 207"/>
                <a:gd name="T29" fmla="*/ 21 h 287"/>
                <a:gd name="T30" fmla="*/ 93 w 207"/>
                <a:gd name="T31" fmla="*/ 2 h 287"/>
                <a:gd name="T32" fmla="*/ 13 w 207"/>
                <a:gd name="T33" fmla="*/ 68 h 287"/>
                <a:gd name="T34" fmla="*/ 47 w 207"/>
                <a:gd name="T35" fmla="*/ 120 h 287"/>
                <a:gd name="T36" fmla="*/ 18 w 207"/>
                <a:gd name="T37" fmla="*/ 153 h 287"/>
                <a:gd name="T38" fmla="*/ 49 w 207"/>
                <a:gd name="T39" fmla="*/ 187 h 287"/>
                <a:gd name="T40" fmla="*/ 0 w 207"/>
                <a:gd name="T41" fmla="*/ 238 h 287"/>
                <a:gd name="T42" fmla="*/ 81 w 207"/>
                <a:gd name="T43" fmla="*/ 287 h 287"/>
                <a:gd name="T44" fmla="*/ 194 w 207"/>
                <a:gd name="T45" fmla="*/ 212 h 287"/>
                <a:gd name="T46" fmla="*/ 119 w 207"/>
                <a:gd name="T47" fmla="*/ 167 h 287"/>
                <a:gd name="T48" fmla="*/ 49 w 207"/>
                <a:gd name="T49" fmla="*/ 150 h 287"/>
                <a:gd name="T50" fmla="*/ 83 w 207"/>
                <a:gd name="T51" fmla="*/ 129 h 287"/>
                <a:gd name="T52" fmla="*/ 126 w 207"/>
                <a:gd name="T53" fmla="*/ 120 h 287"/>
                <a:gd name="T54" fmla="*/ 163 w 207"/>
                <a:gd name="T55" fmla="*/ 63 h 287"/>
                <a:gd name="T56" fmla="*/ 154 w 207"/>
                <a:gd name="T57" fmla="*/ 32 h 287"/>
                <a:gd name="T58" fmla="*/ 166 w 207"/>
                <a:gd name="T59" fmla="*/ 27 h 287"/>
                <a:gd name="T60" fmla="*/ 197 w 207"/>
                <a:gd name="T61" fmla="*/ 21 h 287"/>
                <a:gd name="T62" fmla="*/ 206 w 207"/>
                <a:gd name="T63" fmla="*/ 11 h 287"/>
                <a:gd name="T64" fmla="*/ 186 w 207"/>
                <a:gd name="T65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7" h="287">
                  <a:moveTo>
                    <a:pt x="92" y="110"/>
                  </a:moveTo>
                  <a:lnTo>
                    <a:pt x="92" y="110"/>
                  </a:lnTo>
                  <a:cubicBezTo>
                    <a:pt x="73" y="110"/>
                    <a:pt x="54" y="94"/>
                    <a:pt x="54" y="63"/>
                  </a:cubicBezTo>
                  <a:cubicBezTo>
                    <a:pt x="54" y="37"/>
                    <a:pt x="66" y="21"/>
                    <a:pt x="86" y="21"/>
                  </a:cubicBezTo>
                  <a:cubicBezTo>
                    <a:pt x="105" y="21"/>
                    <a:pt x="121" y="38"/>
                    <a:pt x="121" y="68"/>
                  </a:cubicBezTo>
                  <a:cubicBezTo>
                    <a:pt x="121" y="94"/>
                    <a:pt x="111" y="110"/>
                    <a:pt x="92" y="110"/>
                  </a:cubicBezTo>
                  <a:close/>
                  <a:moveTo>
                    <a:pt x="104" y="195"/>
                  </a:moveTo>
                  <a:lnTo>
                    <a:pt x="104" y="195"/>
                  </a:lnTo>
                  <a:cubicBezTo>
                    <a:pt x="142" y="195"/>
                    <a:pt x="164" y="206"/>
                    <a:pt x="164" y="224"/>
                  </a:cubicBezTo>
                  <a:cubicBezTo>
                    <a:pt x="164" y="243"/>
                    <a:pt x="135" y="263"/>
                    <a:pt x="90" y="263"/>
                  </a:cubicBezTo>
                  <a:cubicBezTo>
                    <a:pt x="58" y="263"/>
                    <a:pt x="34" y="252"/>
                    <a:pt x="34" y="233"/>
                  </a:cubicBezTo>
                  <a:cubicBezTo>
                    <a:pt x="34" y="212"/>
                    <a:pt x="61" y="195"/>
                    <a:pt x="104" y="195"/>
                  </a:cubicBezTo>
                  <a:close/>
                  <a:moveTo>
                    <a:pt x="186" y="0"/>
                  </a:moveTo>
                  <a:lnTo>
                    <a:pt x="186" y="0"/>
                  </a:lnTo>
                  <a:cubicBezTo>
                    <a:pt x="175" y="0"/>
                    <a:pt x="161" y="7"/>
                    <a:pt x="145" y="21"/>
                  </a:cubicBezTo>
                  <a:cubicBezTo>
                    <a:pt x="133" y="9"/>
                    <a:pt x="115" y="2"/>
                    <a:pt x="93" y="2"/>
                  </a:cubicBezTo>
                  <a:cubicBezTo>
                    <a:pt x="51" y="2"/>
                    <a:pt x="13" y="25"/>
                    <a:pt x="13" y="68"/>
                  </a:cubicBezTo>
                  <a:cubicBezTo>
                    <a:pt x="13" y="94"/>
                    <a:pt x="27" y="111"/>
                    <a:pt x="47" y="120"/>
                  </a:cubicBezTo>
                  <a:cubicBezTo>
                    <a:pt x="32" y="126"/>
                    <a:pt x="18" y="137"/>
                    <a:pt x="18" y="153"/>
                  </a:cubicBezTo>
                  <a:cubicBezTo>
                    <a:pt x="18" y="169"/>
                    <a:pt x="30" y="181"/>
                    <a:pt x="49" y="187"/>
                  </a:cubicBezTo>
                  <a:cubicBezTo>
                    <a:pt x="17" y="199"/>
                    <a:pt x="0" y="216"/>
                    <a:pt x="0" y="238"/>
                  </a:cubicBezTo>
                  <a:cubicBezTo>
                    <a:pt x="0" y="260"/>
                    <a:pt x="18" y="287"/>
                    <a:pt x="81" y="287"/>
                  </a:cubicBezTo>
                  <a:cubicBezTo>
                    <a:pt x="145" y="287"/>
                    <a:pt x="194" y="259"/>
                    <a:pt x="194" y="212"/>
                  </a:cubicBezTo>
                  <a:cubicBezTo>
                    <a:pt x="194" y="187"/>
                    <a:pt x="168" y="167"/>
                    <a:pt x="119" y="167"/>
                  </a:cubicBezTo>
                  <a:cubicBezTo>
                    <a:pt x="63" y="166"/>
                    <a:pt x="49" y="161"/>
                    <a:pt x="49" y="150"/>
                  </a:cubicBezTo>
                  <a:cubicBezTo>
                    <a:pt x="49" y="139"/>
                    <a:pt x="57" y="132"/>
                    <a:pt x="83" y="129"/>
                  </a:cubicBezTo>
                  <a:cubicBezTo>
                    <a:pt x="101" y="128"/>
                    <a:pt x="116" y="125"/>
                    <a:pt x="126" y="120"/>
                  </a:cubicBezTo>
                  <a:cubicBezTo>
                    <a:pt x="149" y="110"/>
                    <a:pt x="163" y="91"/>
                    <a:pt x="163" y="63"/>
                  </a:cubicBezTo>
                  <a:cubicBezTo>
                    <a:pt x="163" y="52"/>
                    <a:pt x="160" y="42"/>
                    <a:pt x="154" y="32"/>
                  </a:cubicBezTo>
                  <a:cubicBezTo>
                    <a:pt x="158" y="30"/>
                    <a:pt x="163" y="28"/>
                    <a:pt x="166" y="27"/>
                  </a:cubicBezTo>
                  <a:cubicBezTo>
                    <a:pt x="174" y="24"/>
                    <a:pt x="185" y="21"/>
                    <a:pt x="197" y="21"/>
                  </a:cubicBezTo>
                  <a:cubicBezTo>
                    <a:pt x="207" y="21"/>
                    <a:pt x="206" y="21"/>
                    <a:pt x="206" y="11"/>
                  </a:cubicBezTo>
                  <a:cubicBezTo>
                    <a:pt x="206" y="0"/>
                    <a:pt x="206" y="0"/>
                    <a:pt x="18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xmlns="" id="{F5E21C43-18FB-43FD-9D7A-87E0D0BDBE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83" y="2942"/>
              <a:ext cx="87" cy="144"/>
            </a:xfrm>
            <a:custGeom>
              <a:avLst/>
              <a:gdLst>
                <a:gd name="T0" fmla="*/ 77 w 146"/>
                <a:gd name="T1" fmla="*/ 56 h 232"/>
                <a:gd name="T2" fmla="*/ 77 w 146"/>
                <a:gd name="T3" fmla="*/ 56 h 232"/>
                <a:gd name="T4" fmla="*/ 129 w 146"/>
                <a:gd name="T5" fmla="*/ 56 h 232"/>
                <a:gd name="T6" fmla="*/ 140 w 146"/>
                <a:gd name="T7" fmla="*/ 64 h 232"/>
                <a:gd name="T8" fmla="*/ 129 w 146"/>
                <a:gd name="T9" fmla="*/ 73 h 232"/>
                <a:gd name="T10" fmla="*/ 77 w 146"/>
                <a:gd name="T11" fmla="*/ 73 h 232"/>
                <a:gd name="T12" fmla="*/ 77 w 146"/>
                <a:gd name="T13" fmla="*/ 165 h 232"/>
                <a:gd name="T14" fmla="*/ 79 w 146"/>
                <a:gd name="T15" fmla="*/ 190 h 232"/>
                <a:gd name="T16" fmla="*/ 89 w 146"/>
                <a:gd name="T17" fmla="*/ 203 h 232"/>
                <a:gd name="T18" fmla="*/ 111 w 146"/>
                <a:gd name="T19" fmla="*/ 209 h 232"/>
                <a:gd name="T20" fmla="*/ 138 w 146"/>
                <a:gd name="T21" fmla="*/ 204 h 232"/>
                <a:gd name="T22" fmla="*/ 142 w 146"/>
                <a:gd name="T23" fmla="*/ 202 h 232"/>
                <a:gd name="T24" fmla="*/ 146 w 146"/>
                <a:gd name="T25" fmla="*/ 206 h 232"/>
                <a:gd name="T26" fmla="*/ 130 w 146"/>
                <a:gd name="T27" fmla="*/ 222 h 232"/>
                <a:gd name="T28" fmla="*/ 92 w 146"/>
                <a:gd name="T29" fmla="*/ 232 h 232"/>
                <a:gd name="T30" fmla="*/ 37 w 146"/>
                <a:gd name="T31" fmla="*/ 175 h 232"/>
                <a:gd name="T32" fmla="*/ 37 w 146"/>
                <a:gd name="T33" fmla="*/ 73 h 232"/>
                <a:gd name="T34" fmla="*/ 8 w 146"/>
                <a:gd name="T35" fmla="*/ 73 h 232"/>
                <a:gd name="T36" fmla="*/ 0 w 146"/>
                <a:gd name="T37" fmla="*/ 67 h 232"/>
                <a:gd name="T38" fmla="*/ 6 w 146"/>
                <a:gd name="T39" fmla="*/ 61 h 232"/>
                <a:gd name="T40" fmla="*/ 67 w 146"/>
                <a:gd name="T41" fmla="*/ 6 h 232"/>
                <a:gd name="T42" fmla="*/ 73 w 146"/>
                <a:gd name="T43" fmla="*/ 0 h 232"/>
                <a:gd name="T44" fmla="*/ 77 w 146"/>
                <a:gd name="T45" fmla="*/ 9 h 232"/>
                <a:gd name="T46" fmla="*/ 77 w 146"/>
                <a:gd name="T47" fmla="*/ 5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" h="232">
                  <a:moveTo>
                    <a:pt x="77" y="56"/>
                  </a:moveTo>
                  <a:lnTo>
                    <a:pt x="77" y="56"/>
                  </a:lnTo>
                  <a:lnTo>
                    <a:pt x="129" y="56"/>
                  </a:lnTo>
                  <a:cubicBezTo>
                    <a:pt x="134" y="56"/>
                    <a:pt x="140" y="58"/>
                    <a:pt x="140" y="64"/>
                  </a:cubicBezTo>
                  <a:cubicBezTo>
                    <a:pt x="140" y="70"/>
                    <a:pt x="135" y="73"/>
                    <a:pt x="129" y="73"/>
                  </a:cubicBezTo>
                  <a:lnTo>
                    <a:pt x="77" y="73"/>
                  </a:lnTo>
                  <a:lnTo>
                    <a:pt x="77" y="165"/>
                  </a:lnTo>
                  <a:cubicBezTo>
                    <a:pt x="77" y="178"/>
                    <a:pt x="78" y="185"/>
                    <a:pt x="79" y="190"/>
                  </a:cubicBezTo>
                  <a:cubicBezTo>
                    <a:pt x="81" y="195"/>
                    <a:pt x="84" y="200"/>
                    <a:pt x="89" y="203"/>
                  </a:cubicBezTo>
                  <a:cubicBezTo>
                    <a:pt x="94" y="207"/>
                    <a:pt x="103" y="209"/>
                    <a:pt x="111" y="209"/>
                  </a:cubicBezTo>
                  <a:cubicBezTo>
                    <a:pt x="124" y="209"/>
                    <a:pt x="133" y="207"/>
                    <a:pt x="138" y="204"/>
                  </a:cubicBezTo>
                  <a:cubicBezTo>
                    <a:pt x="140" y="203"/>
                    <a:pt x="141" y="202"/>
                    <a:pt x="142" y="202"/>
                  </a:cubicBezTo>
                  <a:cubicBezTo>
                    <a:pt x="145" y="202"/>
                    <a:pt x="146" y="204"/>
                    <a:pt x="146" y="206"/>
                  </a:cubicBezTo>
                  <a:cubicBezTo>
                    <a:pt x="146" y="210"/>
                    <a:pt x="141" y="216"/>
                    <a:pt x="130" y="222"/>
                  </a:cubicBezTo>
                  <a:cubicBezTo>
                    <a:pt x="119" y="229"/>
                    <a:pt x="106" y="232"/>
                    <a:pt x="92" y="232"/>
                  </a:cubicBezTo>
                  <a:cubicBezTo>
                    <a:pt x="55" y="232"/>
                    <a:pt x="37" y="213"/>
                    <a:pt x="37" y="175"/>
                  </a:cubicBezTo>
                  <a:lnTo>
                    <a:pt x="37" y="73"/>
                  </a:lnTo>
                  <a:lnTo>
                    <a:pt x="8" y="73"/>
                  </a:lnTo>
                  <a:cubicBezTo>
                    <a:pt x="3" y="73"/>
                    <a:pt x="0" y="70"/>
                    <a:pt x="0" y="67"/>
                  </a:cubicBezTo>
                  <a:cubicBezTo>
                    <a:pt x="0" y="65"/>
                    <a:pt x="2" y="63"/>
                    <a:pt x="6" y="61"/>
                  </a:cubicBezTo>
                  <a:cubicBezTo>
                    <a:pt x="34" y="52"/>
                    <a:pt x="57" y="32"/>
                    <a:pt x="67" y="6"/>
                  </a:cubicBezTo>
                  <a:cubicBezTo>
                    <a:pt x="68" y="2"/>
                    <a:pt x="70" y="0"/>
                    <a:pt x="73" y="0"/>
                  </a:cubicBezTo>
                  <a:cubicBezTo>
                    <a:pt x="76" y="0"/>
                    <a:pt x="77" y="3"/>
                    <a:pt x="77" y="9"/>
                  </a:cubicBezTo>
                  <a:lnTo>
                    <a:pt x="77" y="5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</p:grp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xmlns="" id="{4BC7F881-043F-5E4A-8D50-457BF320B29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31" t="1095" r="28135" b="8553"/>
          <a:stretch>
            <a:fillRect/>
          </a:stretch>
        </p:blipFill>
        <p:spPr>
          <a:xfrm>
            <a:off x="8184232" y="1196752"/>
            <a:ext cx="2620897" cy="4721787"/>
          </a:xfrm>
          <a:custGeom>
            <a:avLst/>
            <a:gdLst>
              <a:gd name="connsiteX0" fmla="*/ 2577931 w 2620897"/>
              <a:gd name="connsiteY0" fmla="*/ 0 h 4721787"/>
              <a:gd name="connsiteX1" fmla="*/ 2620897 w 2620897"/>
              <a:gd name="connsiteY1" fmla="*/ 4721787 h 4721787"/>
              <a:gd name="connsiteX2" fmla="*/ 37726 w 2620897"/>
              <a:gd name="connsiteY2" fmla="*/ 3315721 h 4721787"/>
              <a:gd name="connsiteX3" fmla="*/ 0 w 2620897"/>
              <a:gd name="connsiteY3" fmla="*/ 1313934 h 472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0897" h="4721787">
                <a:moveTo>
                  <a:pt x="2577931" y="0"/>
                </a:moveTo>
                <a:lnTo>
                  <a:pt x="2620897" y="4721787"/>
                </a:lnTo>
                <a:lnTo>
                  <a:pt x="37726" y="3315721"/>
                </a:lnTo>
                <a:lnTo>
                  <a:pt x="0" y="131393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5077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 userDrawn="1">
          <p15:clr>
            <a:srgbClr val="FBAE40"/>
          </p15:clr>
        </p15:guide>
        <p15:guide id="2" pos="4702" userDrawn="1">
          <p15:clr>
            <a:srgbClr val="FBAE40"/>
          </p15:clr>
        </p15:guide>
        <p15:guide id="3" orient="horz" pos="2024" userDrawn="1">
          <p15:clr>
            <a:srgbClr val="FBAE40"/>
          </p15:clr>
        </p15:guide>
        <p15:guide id="4" orient="horz" pos="18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_Titl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BA954D18-172B-4358-BF3D-24D7749B5E5D}"/>
              </a:ext>
            </a:extLst>
          </p:cNvPr>
          <p:cNvSpPr>
            <a:spLocks/>
          </p:cNvSpPr>
          <p:nvPr/>
        </p:nvSpPr>
        <p:spPr bwMode="auto">
          <a:xfrm>
            <a:off x="8158975" y="1032256"/>
            <a:ext cx="2794812" cy="5144400"/>
          </a:xfrm>
          <a:custGeom>
            <a:avLst/>
            <a:gdLst>
              <a:gd name="connsiteX0" fmla="*/ 2602279 w 2794812"/>
              <a:gd name="connsiteY0" fmla="*/ 165219 h 5144400"/>
              <a:gd name="connsiteX1" fmla="*/ 24348 w 2794812"/>
              <a:gd name="connsiteY1" fmla="*/ 1479153 h 5144400"/>
              <a:gd name="connsiteX2" fmla="*/ 62074 w 2794812"/>
              <a:gd name="connsiteY2" fmla="*/ 3480940 h 5144400"/>
              <a:gd name="connsiteX3" fmla="*/ 2645245 w 2794812"/>
              <a:gd name="connsiteY3" fmla="*/ 4887006 h 5144400"/>
              <a:gd name="connsiteX4" fmla="*/ 2701547 w 2794812"/>
              <a:gd name="connsiteY4" fmla="*/ 0 h 5144400"/>
              <a:gd name="connsiteX5" fmla="*/ 2794812 w 2794812"/>
              <a:gd name="connsiteY5" fmla="*/ 5144400 h 5144400"/>
              <a:gd name="connsiteX6" fmla="*/ 24102 w 2794812"/>
              <a:gd name="connsiteY6" fmla="*/ 3502882 h 5144400"/>
              <a:gd name="connsiteX7" fmla="*/ 0 w 2794812"/>
              <a:gd name="connsiteY7" fmla="*/ 1463547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4812" h="5144400">
                <a:moveTo>
                  <a:pt x="2602279" y="165219"/>
                </a:moveTo>
                <a:lnTo>
                  <a:pt x="24348" y="1479153"/>
                </a:lnTo>
                <a:lnTo>
                  <a:pt x="62074" y="3480940"/>
                </a:lnTo>
                <a:lnTo>
                  <a:pt x="2645245" y="4887006"/>
                </a:lnTo>
                <a:close/>
                <a:moveTo>
                  <a:pt x="2701547" y="0"/>
                </a:moveTo>
                <a:lnTo>
                  <a:pt x="2794812" y="5144400"/>
                </a:lnTo>
                <a:lnTo>
                  <a:pt x="24102" y="3502882"/>
                </a:lnTo>
                <a:lnTo>
                  <a:pt x="0" y="146354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24" tIns="45718" rIns="91424" bIns="45718" numCol="1" anchor="t" anchorCtr="0" compatLnSpc="1">
            <a:prstTxWarp prst="textNoShape">
              <a:avLst/>
            </a:prstTxWarp>
            <a:noAutofit/>
          </a:bodyPr>
          <a:lstStyle/>
          <a:p>
            <a:pPr defTabSz="1028441"/>
            <a:endParaRPr lang="en-GB" sz="2000">
              <a:solidFill>
                <a:prstClr val="black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ACDB60-C0C4-46DB-B55F-524A70E4178A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95325" y="3213103"/>
            <a:ext cx="6745275" cy="270844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</a:defRPr>
            </a:lvl1pPr>
            <a:lvl2pPr marL="457107" indent="0" algn="ctr">
              <a:buNone/>
              <a:defRPr sz="2000"/>
            </a:lvl2pPr>
            <a:lvl3pPr marL="914218" indent="0" algn="ctr">
              <a:buNone/>
              <a:defRPr sz="1900"/>
            </a:lvl3pPr>
            <a:lvl4pPr marL="1371328" indent="0" algn="ctr">
              <a:buNone/>
              <a:defRPr sz="1600"/>
            </a:lvl4pPr>
            <a:lvl5pPr marL="1828437" indent="0" algn="ctr">
              <a:buNone/>
              <a:defRPr sz="1600"/>
            </a:lvl5pPr>
            <a:lvl6pPr marL="2285550" indent="0" algn="ctr">
              <a:buNone/>
              <a:defRPr sz="1600"/>
            </a:lvl6pPr>
            <a:lvl7pPr marL="2742654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093C2D3F-14E1-4EF5-A433-1A51AD10A04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95325" y="2605755"/>
            <a:ext cx="6745275" cy="391455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6C93341-39E1-4BB1-A0CF-D8457F95AC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FC2E0462-1311-4AC3-9BE2-6AC94022502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9400" y="6571482"/>
            <a:ext cx="1728000" cy="147263"/>
            <a:chOff x="855" y="2914"/>
            <a:chExt cx="2781" cy="237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1D1A6118-9C25-446C-A86A-B12B5035C2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93" y="2974"/>
              <a:ext cx="121" cy="175"/>
            </a:xfrm>
            <a:custGeom>
              <a:avLst/>
              <a:gdLst>
                <a:gd name="T0" fmla="*/ 111 w 201"/>
                <a:gd name="T1" fmla="*/ 157 h 282"/>
                <a:gd name="T2" fmla="*/ 111 w 201"/>
                <a:gd name="T3" fmla="*/ 157 h 282"/>
                <a:gd name="T4" fmla="*/ 71 w 201"/>
                <a:gd name="T5" fmla="*/ 140 h 282"/>
                <a:gd name="T6" fmla="*/ 65 w 201"/>
                <a:gd name="T7" fmla="*/ 116 h 282"/>
                <a:gd name="T8" fmla="*/ 65 w 201"/>
                <a:gd name="T9" fmla="*/ 67 h 282"/>
                <a:gd name="T10" fmla="*/ 70 w 201"/>
                <a:gd name="T11" fmla="*/ 49 h 282"/>
                <a:gd name="T12" fmla="*/ 113 w 201"/>
                <a:gd name="T13" fmla="*/ 26 h 282"/>
                <a:gd name="T14" fmla="*/ 159 w 201"/>
                <a:gd name="T15" fmla="*/ 95 h 282"/>
                <a:gd name="T16" fmla="*/ 111 w 201"/>
                <a:gd name="T17" fmla="*/ 157 h 282"/>
                <a:gd name="T18" fmla="*/ 122 w 201"/>
                <a:gd name="T19" fmla="*/ 2 h 282"/>
                <a:gd name="T20" fmla="*/ 122 w 201"/>
                <a:gd name="T21" fmla="*/ 2 h 282"/>
                <a:gd name="T22" fmla="*/ 65 w 201"/>
                <a:gd name="T23" fmla="*/ 27 h 282"/>
                <a:gd name="T24" fmla="*/ 65 w 201"/>
                <a:gd name="T25" fmla="*/ 0 h 282"/>
                <a:gd name="T26" fmla="*/ 13 w 201"/>
                <a:gd name="T27" fmla="*/ 4 h 282"/>
                <a:gd name="T28" fmla="*/ 9 w 201"/>
                <a:gd name="T29" fmla="*/ 5 h 282"/>
                <a:gd name="T30" fmla="*/ 0 w 201"/>
                <a:gd name="T31" fmla="*/ 10 h 282"/>
                <a:gd name="T32" fmla="*/ 9 w 201"/>
                <a:gd name="T33" fmla="*/ 16 h 282"/>
                <a:gd name="T34" fmla="*/ 24 w 201"/>
                <a:gd name="T35" fmla="*/ 43 h 282"/>
                <a:gd name="T36" fmla="*/ 24 w 201"/>
                <a:gd name="T37" fmla="*/ 282 h 282"/>
                <a:gd name="T38" fmla="*/ 44 w 201"/>
                <a:gd name="T39" fmla="*/ 281 h 282"/>
                <a:gd name="T40" fmla="*/ 65 w 201"/>
                <a:gd name="T41" fmla="*/ 282 h 282"/>
                <a:gd name="T42" fmla="*/ 65 w 201"/>
                <a:gd name="T43" fmla="*/ 165 h 282"/>
                <a:gd name="T44" fmla="*/ 88 w 201"/>
                <a:gd name="T45" fmla="*/ 176 h 282"/>
                <a:gd name="T46" fmla="*/ 113 w 201"/>
                <a:gd name="T47" fmla="*/ 179 h 282"/>
                <a:gd name="T48" fmla="*/ 201 w 201"/>
                <a:gd name="T49" fmla="*/ 90 h 282"/>
                <a:gd name="T50" fmla="*/ 122 w 201"/>
                <a:gd name="T51" fmla="*/ 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1" h="282">
                  <a:moveTo>
                    <a:pt x="111" y="157"/>
                  </a:moveTo>
                  <a:lnTo>
                    <a:pt x="111" y="157"/>
                  </a:lnTo>
                  <a:cubicBezTo>
                    <a:pt x="89" y="157"/>
                    <a:pt x="77" y="148"/>
                    <a:pt x="71" y="140"/>
                  </a:cubicBezTo>
                  <a:cubicBezTo>
                    <a:pt x="66" y="133"/>
                    <a:pt x="65" y="123"/>
                    <a:pt x="65" y="116"/>
                  </a:cubicBezTo>
                  <a:lnTo>
                    <a:pt x="65" y="67"/>
                  </a:lnTo>
                  <a:cubicBezTo>
                    <a:pt x="65" y="60"/>
                    <a:pt x="67" y="53"/>
                    <a:pt x="70" y="49"/>
                  </a:cubicBezTo>
                  <a:cubicBezTo>
                    <a:pt x="78" y="40"/>
                    <a:pt x="95" y="26"/>
                    <a:pt x="113" y="26"/>
                  </a:cubicBezTo>
                  <a:cubicBezTo>
                    <a:pt x="139" y="26"/>
                    <a:pt x="159" y="49"/>
                    <a:pt x="159" y="95"/>
                  </a:cubicBezTo>
                  <a:cubicBezTo>
                    <a:pt x="159" y="134"/>
                    <a:pt x="138" y="157"/>
                    <a:pt x="111" y="157"/>
                  </a:cubicBezTo>
                  <a:close/>
                  <a:moveTo>
                    <a:pt x="122" y="2"/>
                  </a:moveTo>
                  <a:lnTo>
                    <a:pt x="122" y="2"/>
                  </a:lnTo>
                  <a:cubicBezTo>
                    <a:pt x="99" y="2"/>
                    <a:pt x="79" y="12"/>
                    <a:pt x="65" y="27"/>
                  </a:cubicBezTo>
                  <a:lnTo>
                    <a:pt x="65" y="0"/>
                  </a:lnTo>
                  <a:lnTo>
                    <a:pt x="13" y="4"/>
                  </a:lnTo>
                  <a:lnTo>
                    <a:pt x="9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9" y="16"/>
                  </a:cubicBezTo>
                  <a:cubicBezTo>
                    <a:pt x="23" y="18"/>
                    <a:pt x="24" y="22"/>
                    <a:pt x="24" y="43"/>
                  </a:cubicBezTo>
                  <a:lnTo>
                    <a:pt x="24" y="282"/>
                  </a:lnTo>
                  <a:cubicBezTo>
                    <a:pt x="32" y="281"/>
                    <a:pt x="40" y="281"/>
                    <a:pt x="44" y="281"/>
                  </a:cubicBezTo>
                  <a:cubicBezTo>
                    <a:pt x="49" y="281"/>
                    <a:pt x="57" y="281"/>
                    <a:pt x="65" y="282"/>
                  </a:cubicBezTo>
                  <a:lnTo>
                    <a:pt x="65" y="165"/>
                  </a:lnTo>
                  <a:cubicBezTo>
                    <a:pt x="72" y="170"/>
                    <a:pt x="80" y="173"/>
                    <a:pt x="88" y="176"/>
                  </a:cubicBezTo>
                  <a:cubicBezTo>
                    <a:pt x="96" y="178"/>
                    <a:pt x="104" y="179"/>
                    <a:pt x="113" y="179"/>
                  </a:cubicBezTo>
                  <a:cubicBezTo>
                    <a:pt x="165" y="179"/>
                    <a:pt x="201" y="139"/>
                    <a:pt x="201" y="90"/>
                  </a:cubicBezTo>
                  <a:cubicBezTo>
                    <a:pt x="201" y="41"/>
                    <a:pt x="170" y="2"/>
                    <a:pt x="122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E2602317-3F10-4BF3-BDCF-7148AAC139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0" y="2975"/>
              <a:ext cx="101" cy="111"/>
            </a:xfrm>
            <a:custGeom>
              <a:avLst/>
              <a:gdLst>
                <a:gd name="T0" fmla="*/ 43 w 168"/>
                <a:gd name="T1" fmla="*/ 61 h 179"/>
                <a:gd name="T2" fmla="*/ 43 w 168"/>
                <a:gd name="T3" fmla="*/ 61 h 179"/>
                <a:gd name="T4" fmla="*/ 89 w 168"/>
                <a:gd name="T5" fmla="*/ 61 h 179"/>
                <a:gd name="T6" fmla="*/ 126 w 168"/>
                <a:gd name="T7" fmla="*/ 59 h 179"/>
                <a:gd name="T8" fmla="*/ 133 w 168"/>
                <a:gd name="T9" fmla="*/ 50 h 179"/>
                <a:gd name="T10" fmla="*/ 90 w 168"/>
                <a:gd name="T11" fmla="*/ 20 h 179"/>
                <a:gd name="T12" fmla="*/ 43 w 168"/>
                <a:gd name="T13" fmla="*/ 61 h 179"/>
                <a:gd name="T14" fmla="*/ 41 w 168"/>
                <a:gd name="T15" fmla="*/ 84 h 179"/>
                <a:gd name="T16" fmla="*/ 41 w 168"/>
                <a:gd name="T17" fmla="*/ 84 h 179"/>
                <a:gd name="T18" fmla="*/ 41 w 168"/>
                <a:gd name="T19" fmla="*/ 92 h 179"/>
                <a:gd name="T20" fmla="*/ 103 w 168"/>
                <a:gd name="T21" fmla="*/ 150 h 179"/>
                <a:gd name="T22" fmla="*/ 151 w 168"/>
                <a:gd name="T23" fmla="*/ 138 h 179"/>
                <a:gd name="T24" fmla="*/ 159 w 168"/>
                <a:gd name="T25" fmla="*/ 135 h 179"/>
                <a:gd name="T26" fmla="*/ 164 w 168"/>
                <a:gd name="T27" fmla="*/ 141 h 179"/>
                <a:gd name="T28" fmla="*/ 152 w 168"/>
                <a:gd name="T29" fmla="*/ 156 h 179"/>
                <a:gd name="T30" fmla="*/ 87 w 168"/>
                <a:gd name="T31" fmla="*/ 179 h 179"/>
                <a:gd name="T32" fmla="*/ 0 w 168"/>
                <a:gd name="T33" fmla="*/ 96 h 179"/>
                <a:gd name="T34" fmla="*/ 92 w 168"/>
                <a:gd name="T35" fmla="*/ 0 h 179"/>
                <a:gd name="T36" fmla="*/ 168 w 168"/>
                <a:gd name="T37" fmla="*/ 73 h 179"/>
                <a:gd name="T38" fmla="*/ 154 w 168"/>
                <a:gd name="T39" fmla="*/ 84 h 179"/>
                <a:gd name="T40" fmla="*/ 41 w 168"/>
                <a:gd name="T41" fmla="*/ 8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179">
                  <a:moveTo>
                    <a:pt x="43" y="61"/>
                  </a:moveTo>
                  <a:lnTo>
                    <a:pt x="43" y="61"/>
                  </a:lnTo>
                  <a:lnTo>
                    <a:pt x="89" y="61"/>
                  </a:lnTo>
                  <a:cubicBezTo>
                    <a:pt x="113" y="61"/>
                    <a:pt x="119" y="62"/>
                    <a:pt x="126" y="59"/>
                  </a:cubicBezTo>
                  <a:cubicBezTo>
                    <a:pt x="131" y="58"/>
                    <a:pt x="133" y="54"/>
                    <a:pt x="133" y="50"/>
                  </a:cubicBezTo>
                  <a:cubicBezTo>
                    <a:pt x="133" y="34"/>
                    <a:pt x="114" y="20"/>
                    <a:pt x="90" y="20"/>
                  </a:cubicBezTo>
                  <a:cubicBezTo>
                    <a:pt x="67" y="20"/>
                    <a:pt x="46" y="38"/>
                    <a:pt x="43" y="61"/>
                  </a:cubicBezTo>
                  <a:close/>
                  <a:moveTo>
                    <a:pt x="41" y="84"/>
                  </a:moveTo>
                  <a:lnTo>
                    <a:pt x="41" y="84"/>
                  </a:lnTo>
                  <a:cubicBezTo>
                    <a:pt x="41" y="88"/>
                    <a:pt x="41" y="91"/>
                    <a:pt x="41" y="92"/>
                  </a:cubicBezTo>
                  <a:cubicBezTo>
                    <a:pt x="41" y="128"/>
                    <a:pt x="64" y="150"/>
                    <a:pt x="103" y="150"/>
                  </a:cubicBezTo>
                  <a:cubicBezTo>
                    <a:pt x="126" y="150"/>
                    <a:pt x="142" y="143"/>
                    <a:pt x="151" y="138"/>
                  </a:cubicBezTo>
                  <a:cubicBezTo>
                    <a:pt x="155" y="136"/>
                    <a:pt x="158" y="135"/>
                    <a:pt x="159" y="135"/>
                  </a:cubicBezTo>
                  <a:cubicBezTo>
                    <a:pt x="162" y="135"/>
                    <a:pt x="164" y="137"/>
                    <a:pt x="164" y="141"/>
                  </a:cubicBezTo>
                  <a:cubicBezTo>
                    <a:pt x="164" y="144"/>
                    <a:pt x="160" y="149"/>
                    <a:pt x="152" y="156"/>
                  </a:cubicBezTo>
                  <a:cubicBezTo>
                    <a:pt x="135" y="173"/>
                    <a:pt x="113" y="179"/>
                    <a:pt x="87" y="179"/>
                  </a:cubicBezTo>
                  <a:cubicBezTo>
                    <a:pt x="30" y="179"/>
                    <a:pt x="0" y="141"/>
                    <a:pt x="0" y="96"/>
                  </a:cubicBezTo>
                  <a:cubicBezTo>
                    <a:pt x="0" y="41"/>
                    <a:pt x="39" y="0"/>
                    <a:pt x="92" y="0"/>
                  </a:cubicBezTo>
                  <a:cubicBezTo>
                    <a:pt x="136" y="0"/>
                    <a:pt x="168" y="31"/>
                    <a:pt x="168" y="73"/>
                  </a:cubicBezTo>
                  <a:cubicBezTo>
                    <a:pt x="168" y="79"/>
                    <a:pt x="161" y="84"/>
                    <a:pt x="154" y="84"/>
                  </a:cubicBezTo>
                  <a:lnTo>
                    <a:pt x="41" y="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xmlns="" id="{509EE6E4-741B-4623-B0E8-71644D7C85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75" y="2975"/>
              <a:ext cx="102" cy="111"/>
            </a:xfrm>
            <a:custGeom>
              <a:avLst/>
              <a:gdLst>
                <a:gd name="T0" fmla="*/ 43 w 169"/>
                <a:gd name="T1" fmla="*/ 61 h 179"/>
                <a:gd name="T2" fmla="*/ 43 w 169"/>
                <a:gd name="T3" fmla="*/ 61 h 179"/>
                <a:gd name="T4" fmla="*/ 89 w 169"/>
                <a:gd name="T5" fmla="*/ 61 h 179"/>
                <a:gd name="T6" fmla="*/ 126 w 169"/>
                <a:gd name="T7" fmla="*/ 59 h 179"/>
                <a:gd name="T8" fmla="*/ 133 w 169"/>
                <a:gd name="T9" fmla="*/ 50 h 179"/>
                <a:gd name="T10" fmla="*/ 91 w 169"/>
                <a:gd name="T11" fmla="*/ 20 h 179"/>
                <a:gd name="T12" fmla="*/ 43 w 169"/>
                <a:gd name="T13" fmla="*/ 61 h 179"/>
                <a:gd name="T14" fmla="*/ 42 w 169"/>
                <a:gd name="T15" fmla="*/ 84 h 179"/>
                <a:gd name="T16" fmla="*/ 42 w 169"/>
                <a:gd name="T17" fmla="*/ 84 h 179"/>
                <a:gd name="T18" fmla="*/ 42 w 169"/>
                <a:gd name="T19" fmla="*/ 92 h 179"/>
                <a:gd name="T20" fmla="*/ 103 w 169"/>
                <a:gd name="T21" fmla="*/ 150 h 179"/>
                <a:gd name="T22" fmla="*/ 152 w 169"/>
                <a:gd name="T23" fmla="*/ 138 h 179"/>
                <a:gd name="T24" fmla="*/ 159 w 169"/>
                <a:gd name="T25" fmla="*/ 135 h 179"/>
                <a:gd name="T26" fmla="*/ 164 w 169"/>
                <a:gd name="T27" fmla="*/ 141 h 179"/>
                <a:gd name="T28" fmla="*/ 152 w 169"/>
                <a:gd name="T29" fmla="*/ 156 h 179"/>
                <a:gd name="T30" fmla="*/ 87 w 169"/>
                <a:gd name="T31" fmla="*/ 179 h 179"/>
                <a:gd name="T32" fmla="*/ 0 w 169"/>
                <a:gd name="T33" fmla="*/ 96 h 179"/>
                <a:gd name="T34" fmla="*/ 93 w 169"/>
                <a:gd name="T35" fmla="*/ 0 h 179"/>
                <a:gd name="T36" fmla="*/ 169 w 169"/>
                <a:gd name="T37" fmla="*/ 73 h 179"/>
                <a:gd name="T38" fmla="*/ 154 w 169"/>
                <a:gd name="T39" fmla="*/ 84 h 179"/>
                <a:gd name="T40" fmla="*/ 42 w 169"/>
                <a:gd name="T41" fmla="*/ 8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9" h="179">
                  <a:moveTo>
                    <a:pt x="43" y="61"/>
                  </a:moveTo>
                  <a:lnTo>
                    <a:pt x="43" y="61"/>
                  </a:lnTo>
                  <a:lnTo>
                    <a:pt x="89" y="61"/>
                  </a:lnTo>
                  <a:cubicBezTo>
                    <a:pt x="113" y="61"/>
                    <a:pt x="119" y="62"/>
                    <a:pt x="126" y="59"/>
                  </a:cubicBezTo>
                  <a:cubicBezTo>
                    <a:pt x="131" y="58"/>
                    <a:pt x="133" y="54"/>
                    <a:pt x="133" y="50"/>
                  </a:cubicBezTo>
                  <a:cubicBezTo>
                    <a:pt x="133" y="34"/>
                    <a:pt x="114" y="20"/>
                    <a:pt x="91" y="20"/>
                  </a:cubicBezTo>
                  <a:cubicBezTo>
                    <a:pt x="68" y="20"/>
                    <a:pt x="47" y="38"/>
                    <a:pt x="43" y="61"/>
                  </a:cubicBezTo>
                  <a:close/>
                  <a:moveTo>
                    <a:pt x="42" y="84"/>
                  </a:moveTo>
                  <a:lnTo>
                    <a:pt x="42" y="84"/>
                  </a:lnTo>
                  <a:cubicBezTo>
                    <a:pt x="42" y="88"/>
                    <a:pt x="42" y="91"/>
                    <a:pt x="42" y="92"/>
                  </a:cubicBezTo>
                  <a:cubicBezTo>
                    <a:pt x="42" y="128"/>
                    <a:pt x="64" y="150"/>
                    <a:pt x="103" y="150"/>
                  </a:cubicBezTo>
                  <a:cubicBezTo>
                    <a:pt x="127" y="150"/>
                    <a:pt x="142" y="143"/>
                    <a:pt x="152" y="138"/>
                  </a:cubicBezTo>
                  <a:cubicBezTo>
                    <a:pt x="155" y="136"/>
                    <a:pt x="158" y="135"/>
                    <a:pt x="159" y="135"/>
                  </a:cubicBezTo>
                  <a:cubicBezTo>
                    <a:pt x="163" y="135"/>
                    <a:pt x="164" y="137"/>
                    <a:pt x="164" y="141"/>
                  </a:cubicBezTo>
                  <a:cubicBezTo>
                    <a:pt x="164" y="144"/>
                    <a:pt x="160" y="149"/>
                    <a:pt x="152" y="156"/>
                  </a:cubicBezTo>
                  <a:cubicBezTo>
                    <a:pt x="135" y="173"/>
                    <a:pt x="113" y="179"/>
                    <a:pt x="87" y="179"/>
                  </a:cubicBezTo>
                  <a:cubicBezTo>
                    <a:pt x="30" y="179"/>
                    <a:pt x="0" y="141"/>
                    <a:pt x="0" y="96"/>
                  </a:cubicBezTo>
                  <a:cubicBezTo>
                    <a:pt x="0" y="41"/>
                    <a:pt x="39" y="0"/>
                    <a:pt x="93" y="0"/>
                  </a:cubicBezTo>
                  <a:cubicBezTo>
                    <a:pt x="137" y="0"/>
                    <a:pt x="169" y="31"/>
                    <a:pt x="169" y="73"/>
                  </a:cubicBezTo>
                  <a:cubicBezTo>
                    <a:pt x="169" y="79"/>
                    <a:pt x="162" y="84"/>
                    <a:pt x="154" y="84"/>
                  </a:cubicBezTo>
                  <a:lnTo>
                    <a:pt x="42" y="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463E19C8-7B10-4FFE-B43C-55789A4E47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48" y="2920"/>
              <a:ext cx="27" cy="165"/>
            </a:xfrm>
            <a:custGeom>
              <a:avLst/>
              <a:gdLst>
                <a:gd name="T0" fmla="*/ 40 w 44"/>
                <a:gd name="T1" fmla="*/ 0 h 265"/>
                <a:gd name="T2" fmla="*/ 40 w 44"/>
                <a:gd name="T3" fmla="*/ 0 h 265"/>
                <a:gd name="T4" fmla="*/ 22 w 44"/>
                <a:gd name="T5" fmla="*/ 1 h 265"/>
                <a:gd name="T6" fmla="*/ 4 w 44"/>
                <a:gd name="T7" fmla="*/ 0 h 265"/>
                <a:gd name="T8" fmla="*/ 0 w 44"/>
                <a:gd name="T9" fmla="*/ 0 h 265"/>
                <a:gd name="T10" fmla="*/ 0 w 44"/>
                <a:gd name="T11" fmla="*/ 265 h 265"/>
                <a:gd name="T12" fmla="*/ 4 w 44"/>
                <a:gd name="T13" fmla="*/ 265 h 265"/>
                <a:gd name="T14" fmla="*/ 22 w 44"/>
                <a:gd name="T15" fmla="*/ 264 h 265"/>
                <a:gd name="T16" fmla="*/ 40 w 44"/>
                <a:gd name="T17" fmla="*/ 265 h 265"/>
                <a:gd name="T18" fmla="*/ 44 w 44"/>
                <a:gd name="T19" fmla="*/ 265 h 265"/>
                <a:gd name="T20" fmla="*/ 44 w 44"/>
                <a:gd name="T21" fmla="*/ 0 h 265"/>
                <a:gd name="T22" fmla="*/ 40 w 44"/>
                <a:gd name="T2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265">
                  <a:moveTo>
                    <a:pt x="40" y="0"/>
                  </a:moveTo>
                  <a:lnTo>
                    <a:pt x="40" y="0"/>
                  </a:lnTo>
                  <a:cubicBezTo>
                    <a:pt x="31" y="0"/>
                    <a:pt x="27" y="1"/>
                    <a:pt x="22" y="1"/>
                  </a:cubicBezTo>
                  <a:cubicBezTo>
                    <a:pt x="17" y="1"/>
                    <a:pt x="13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lnTo>
                    <a:pt x="0" y="265"/>
                  </a:lnTo>
                  <a:cubicBezTo>
                    <a:pt x="2" y="265"/>
                    <a:pt x="3" y="265"/>
                    <a:pt x="4" y="265"/>
                  </a:cubicBezTo>
                  <a:cubicBezTo>
                    <a:pt x="13" y="264"/>
                    <a:pt x="17" y="264"/>
                    <a:pt x="22" y="264"/>
                  </a:cubicBezTo>
                  <a:cubicBezTo>
                    <a:pt x="27" y="264"/>
                    <a:pt x="31" y="264"/>
                    <a:pt x="40" y="265"/>
                  </a:cubicBezTo>
                  <a:cubicBezTo>
                    <a:pt x="42" y="265"/>
                    <a:pt x="43" y="265"/>
                    <a:pt x="44" y="265"/>
                  </a:cubicBezTo>
                  <a:lnTo>
                    <a:pt x="44" y="0"/>
                  </a:lnTo>
                  <a:cubicBezTo>
                    <a:pt x="43" y="0"/>
                    <a:pt x="42" y="0"/>
                    <a:pt x="4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xmlns="" id="{985B7622-4BDC-4640-9F0A-5BAEEADA18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97" y="2973"/>
              <a:ext cx="115" cy="114"/>
            </a:xfrm>
            <a:custGeom>
              <a:avLst/>
              <a:gdLst>
                <a:gd name="T0" fmla="*/ 90 w 192"/>
                <a:gd name="T1" fmla="*/ 22 h 183"/>
                <a:gd name="T2" fmla="*/ 90 w 192"/>
                <a:gd name="T3" fmla="*/ 22 h 183"/>
                <a:gd name="T4" fmla="*/ 44 w 192"/>
                <a:gd name="T5" fmla="*/ 91 h 183"/>
                <a:gd name="T6" fmla="*/ 103 w 192"/>
                <a:gd name="T7" fmla="*/ 160 h 183"/>
                <a:gd name="T8" fmla="*/ 148 w 192"/>
                <a:gd name="T9" fmla="*/ 91 h 183"/>
                <a:gd name="T10" fmla="*/ 90 w 192"/>
                <a:gd name="T11" fmla="*/ 22 h 183"/>
                <a:gd name="T12" fmla="*/ 191 w 192"/>
                <a:gd name="T13" fmla="*/ 87 h 183"/>
                <a:gd name="T14" fmla="*/ 191 w 192"/>
                <a:gd name="T15" fmla="*/ 87 h 183"/>
                <a:gd name="T16" fmla="*/ 96 w 192"/>
                <a:gd name="T17" fmla="*/ 181 h 183"/>
                <a:gd name="T18" fmla="*/ 2 w 192"/>
                <a:gd name="T19" fmla="*/ 96 h 183"/>
                <a:gd name="T20" fmla="*/ 96 w 192"/>
                <a:gd name="T21" fmla="*/ 2 h 183"/>
                <a:gd name="T22" fmla="*/ 191 w 192"/>
                <a:gd name="T23" fmla="*/ 8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2" h="183">
                  <a:moveTo>
                    <a:pt x="90" y="22"/>
                  </a:moveTo>
                  <a:lnTo>
                    <a:pt x="90" y="22"/>
                  </a:lnTo>
                  <a:cubicBezTo>
                    <a:pt x="60" y="24"/>
                    <a:pt x="41" y="50"/>
                    <a:pt x="44" y="91"/>
                  </a:cubicBezTo>
                  <a:cubicBezTo>
                    <a:pt x="49" y="136"/>
                    <a:pt x="69" y="162"/>
                    <a:pt x="103" y="160"/>
                  </a:cubicBezTo>
                  <a:cubicBezTo>
                    <a:pt x="132" y="159"/>
                    <a:pt x="152" y="133"/>
                    <a:pt x="148" y="91"/>
                  </a:cubicBezTo>
                  <a:cubicBezTo>
                    <a:pt x="144" y="47"/>
                    <a:pt x="124" y="21"/>
                    <a:pt x="90" y="22"/>
                  </a:cubicBezTo>
                  <a:close/>
                  <a:moveTo>
                    <a:pt x="191" y="87"/>
                  </a:moveTo>
                  <a:lnTo>
                    <a:pt x="191" y="87"/>
                  </a:lnTo>
                  <a:cubicBezTo>
                    <a:pt x="192" y="141"/>
                    <a:pt x="153" y="178"/>
                    <a:pt x="96" y="181"/>
                  </a:cubicBezTo>
                  <a:cubicBezTo>
                    <a:pt x="43" y="183"/>
                    <a:pt x="4" y="146"/>
                    <a:pt x="2" y="96"/>
                  </a:cubicBezTo>
                  <a:cubicBezTo>
                    <a:pt x="0" y="42"/>
                    <a:pt x="39" y="5"/>
                    <a:pt x="96" y="2"/>
                  </a:cubicBezTo>
                  <a:cubicBezTo>
                    <a:pt x="150" y="0"/>
                    <a:pt x="189" y="37"/>
                    <a:pt x="191" y="8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xmlns="" id="{F7F3E100-5613-484A-B1E3-F84ADB5552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1" y="2976"/>
              <a:ext cx="103" cy="110"/>
            </a:xfrm>
            <a:custGeom>
              <a:avLst/>
              <a:gdLst>
                <a:gd name="T0" fmla="*/ 146 w 171"/>
                <a:gd name="T1" fmla="*/ 2 h 176"/>
                <a:gd name="T2" fmla="*/ 146 w 171"/>
                <a:gd name="T3" fmla="*/ 2 h 176"/>
                <a:gd name="T4" fmla="*/ 99 w 171"/>
                <a:gd name="T5" fmla="*/ 115 h 176"/>
                <a:gd name="T6" fmla="*/ 42 w 171"/>
                <a:gd name="T7" fmla="*/ 2 h 176"/>
                <a:gd name="T8" fmla="*/ 41 w 171"/>
                <a:gd name="T9" fmla="*/ 2 h 176"/>
                <a:gd name="T10" fmla="*/ 32 w 171"/>
                <a:gd name="T11" fmla="*/ 2 h 176"/>
                <a:gd name="T12" fmla="*/ 9 w 171"/>
                <a:gd name="T13" fmla="*/ 1 h 176"/>
                <a:gd name="T14" fmla="*/ 1 w 171"/>
                <a:gd name="T15" fmla="*/ 0 h 176"/>
                <a:gd name="T16" fmla="*/ 0 w 171"/>
                <a:gd name="T17" fmla="*/ 0 h 176"/>
                <a:gd name="T18" fmla="*/ 66 w 171"/>
                <a:gd name="T19" fmla="*/ 132 h 176"/>
                <a:gd name="T20" fmla="*/ 87 w 171"/>
                <a:gd name="T21" fmla="*/ 172 h 176"/>
                <a:gd name="T22" fmla="*/ 94 w 171"/>
                <a:gd name="T23" fmla="*/ 176 h 176"/>
                <a:gd name="T24" fmla="*/ 104 w 171"/>
                <a:gd name="T25" fmla="*/ 160 h 176"/>
                <a:gd name="T26" fmla="*/ 171 w 171"/>
                <a:gd name="T27" fmla="*/ 1 h 176"/>
                <a:gd name="T28" fmla="*/ 151 w 171"/>
                <a:gd name="T29" fmla="*/ 2 h 176"/>
                <a:gd name="T30" fmla="*/ 146 w 171"/>
                <a:gd name="T31" fmla="*/ 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1" h="176">
                  <a:moveTo>
                    <a:pt x="146" y="2"/>
                  </a:moveTo>
                  <a:lnTo>
                    <a:pt x="146" y="2"/>
                  </a:lnTo>
                  <a:cubicBezTo>
                    <a:pt x="130" y="44"/>
                    <a:pt x="108" y="95"/>
                    <a:pt x="99" y="115"/>
                  </a:cubicBezTo>
                  <a:cubicBezTo>
                    <a:pt x="89" y="97"/>
                    <a:pt x="64" y="48"/>
                    <a:pt x="42" y="2"/>
                  </a:cubicBezTo>
                  <a:cubicBezTo>
                    <a:pt x="42" y="2"/>
                    <a:pt x="41" y="2"/>
                    <a:pt x="41" y="2"/>
                  </a:cubicBezTo>
                  <a:cubicBezTo>
                    <a:pt x="37" y="2"/>
                    <a:pt x="36" y="2"/>
                    <a:pt x="32" y="2"/>
                  </a:cubicBezTo>
                  <a:cubicBezTo>
                    <a:pt x="24" y="2"/>
                    <a:pt x="18" y="2"/>
                    <a:pt x="9" y="1"/>
                  </a:cubicBezTo>
                  <a:cubicBezTo>
                    <a:pt x="5" y="0"/>
                    <a:pt x="2" y="0"/>
                    <a:pt x="1" y="0"/>
                  </a:cubicBezTo>
                  <a:lnTo>
                    <a:pt x="0" y="0"/>
                  </a:lnTo>
                  <a:lnTo>
                    <a:pt x="66" y="132"/>
                  </a:lnTo>
                  <a:cubicBezTo>
                    <a:pt x="78" y="156"/>
                    <a:pt x="85" y="169"/>
                    <a:pt x="87" y="172"/>
                  </a:cubicBezTo>
                  <a:cubicBezTo>
                    <a:pt x="89" y="175"/>
                    <a:pt x="91" y="176"/>
                    <a:pt x="94" y="176"/>
                  </a:cubicBezTo>
                  <a:cubicBezTo>
                    <a:pt x="97" y="176"/>
                    <a:pt x="98" y="173"/>
                    <a:pt x="104" y="160"/>
                  </a:cubicBezTo>
                  <a:cubicBezTo>
                    <a:pt x="109" y="149"/>
                    <a:pt x="153" y="45"/>
                    <a:pt x="171" y="1"/>
                  </a:cubicBezTo>
                  <a:cubicBezTo>
                    <a:pt x="165" y="2"/>
                    <a:pt x="155" y="2"/>
                    <a:pt x="151" y="2"/>
                  </a:cubicBezTo>
                  <a:cubicBezTo>
                    <a:pt x="150" y="2"/>
                    <a:pt x="148" y="2"/>
                    <a:pt x="14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xmlns="" id="{CD0B3914-A89B-4B6D-9485-6EBFA3AE2D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1" y="2917"/>
              <a:ext cx="118" cy="169"/>
            </a:xfrm>
            <a:custGeom>
              <a:avLst/>
              <a:gdLst>
                <a:gd name="T0" fmla="*/ 104 w 195"/>
                <a:gd name="T1" fmla="*/ 104 h 273"/>
                <a:gd name="T2" fmla="*/ 104 w 195"/>
                <a:gd name="T3" fmla="*/ 104 h 273"/>
                <a:gd name="T4" fmla="*/ 52 w 195"/>
                <a:gd name="T5" fmla="*/ 84 h 273"/>
                <a:gd name="T6" fmla="*/ 40 w 195"/>
                <a:gd name="T7" fmla="*/ 61 h 273"/>
                <a:gd name="T8" fmla="*/ 54 w 195"/>
                <a:gd name="T9" fmla="*/ 34 h 273"/>
                <a:gd name="T10" fmla="*/ 88 w 195"/>
                <a:gd name="T11" fmla="*/ 23 h 273"/>
                <a:gd name="T12" fmla="*/ 131 w 195"/>
                <a:gd name="T13" fmla="*/ 36 h 273"/>
                <a:gd name="T14" fmla="*/ 166 w 195"/>
                <a:gd name="T15" fmla="*/ 73 h 273"/>
                <a:gd name="T16" fmla="*/ 172 w 195"/>
                <a:gd name="T17" fmla="*/ 75 h 273"/>
                <a:gd name="T18" fmla="*/ 177 w 195"/>
                <a:gd name="T19" fmla="*/ 69 h 273"/>
                <a:gd name="T20" fmla="*/ 176 w 195"/>
                <a:gd name="T21" fmla="*/ 63 h 273"/>
                <a:gd name="T22" fmla="*/ 171 w 195"/>
                <a:gd name="T23" fmla="*/ 22 h 273"/>
                <a:gd name="T24" fmla="*/ 91 w 195"/>
                <a:gd name="T25" fmla="*/ 0 h 273"/>
                <a:gd name="T26" fmla="*/ 24 w 195"/>
                <a:gd name="T27" fmla="*/ 22 h 273"/>
                <a:gd name="T28" fmla="*/ 0 w 195"/>
                <a:gd name="T29" fmla="*/ 72 h 273"/>
                <a:gd name="T30" fmla="*/ 36 w 195"/>
                <a:gd name="T31" fmla="*/ 129 h 273"/>
                <a:gd name="T32" fmla="*/ 87 w 195"/>
                <a:gd name="T33" fmla="*/ 152 h 273"/>
                <a:gd name="T34" fmla="*/ 139 w 195"/>
                <a:gd name="T35" fmla="*/ 177 h 273"/>
                <a:gd name="T36" fmla="*/ 153 w 195"/>
                <a:gd name="T37" fmla="*/ 204 h 273"/>
                <a:gd name="T38" fmla="*/ 138 w 195"/>
                <a:gd name="T39" fmla="*/ 236 h 273"/>
                <a:gd name="T40" fmla="*/ 98 w 195"/>
                <a:gd name="T41" fmla="*/ 250 h 273"/>
                <a:gd name="T42" fmla="*/ 47 w 195"/>
                <a:gd name="T43" fmla="*/ 231 h 273"/>
                <a:gd name="T44" fmla="*/ 14 w 195"/>
                <a:gd name="T45" fmla="*/ 188 h 273"/>
                <a:gd name="T46" fmla="*/ 6 w 195"/>
                <a:gd name="T47" fmla="*/ 178 h 273"/>
                <a:gd name="T48" fmla="*/ 0 w 195"/>
                <a:gd name="T49" fmla="*/ 184 h 273"/>
                <a:gd name="T50" fmla="*/ 0 w 195"/>
                <a:gd name="T51" fmla="*/ 190 h 273"/>
                <a:gd name="T52" fmla="*/ 4 w 195"/>
                <a:gd name="T53" fmla="*/ 245 h 273"/>
                <a:gd name="T54" fmla="*/ 99 w 195"/>
                <a:gd name="T55" fmla="*/ 273 h 273"/>
                <a:gd name="T56" fmla="*/ 195 w 195"/>
                <a:gd name="T57" fmla="*/ 187 h 273"/>
                <a:gd name="T58" fmla="*/ 104 w 195"/>
                <a:gd name="T59" fmla="*/ 104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5" h="273">
                  <a:moveTo>
                    <a:pt x="104" y="104"/>
                  </a:moveTo>
                  <a:lnTo>
                    <a:pt x="104" y="104"/>
                  </a:lnTo>
                  <a:cubicBezTo>
                    <a:pt x="81" y="97"/>
                    <a:pt x="60" y="91"/>
                    <a:pt x="52" y="84"/>
                  </a:cubicBezTo>
                  <a:cubicBezTo>
                    <a:pt x="43" y="77"/>
                    <a:pt x="40" y="70"/>
                    <a:pt x="40" y="61"/>
                  </a:cubicBezTo>
                  <a:cubicBezTo>
                    <a:pt x="40" y="50"/>
                    <a:pt x="45" y="41"/>
                    <a:pt x="54" y="34"/>
                  </a:cubicBezTo>
                  <a:cubicBezTo>
                    <a:pt x="63" y="27"/>
                    <a:pt x="75" y="23"/>
                    <a:pt x="88" y="23"/>
                  </a:cubicBezTo>
                  <a:cubicBezTo>
                    <a:pt x="103" y="23"/>
                    <a:pt x="117" y="27"/>
                    <a:pt x="131" y="36"/>
                  </a:cubicBezTo>
                  <a:cubicBezTo>
                    <a:pt x="155" y="52"/>
                    <a:pt x="161" y="67"/>
                    <a:pt x="166" y="73"/>
                  </a:cubicBezTo>
                  <a:cubicBezTo>
                    <a:pt x="167" y="74"/>
                    <a:pt x="169" y="75"/>
                    <a:pt x="172" y="75"/>
                  </a:cubicBezTo>
                  <a:cubicBezTo>
                    <a:pt x="175" y="75"/>
                    <a:pt x="177" y="73"/>
                    <a:pt x="177" y="69"/>
                  </a:cubicBezTo>
                  <a:lnTo>
                    <a:pt x="176" y="63"/>
                  </a:lnTo>
                  <a:lnTo>
                    <a:pt x="171" y="22"/>
                  </a:lnTo>
                  <a:cubicBezTo>
                    <a:pt x="147" y="13"/>
                    <a:pt x="120" y="0"/>
                    <a:pt x="91" y="0"/>
                  </a:cubicBezTo>
                  <a:cubicBezTo>
                    <a:pt x="63" y="0"/>
                    <a:pt x="41" y="7"/>
                    <a:pt x="24" y="22"/>
                  </a:cubicBezTo>
                  <a:cubicBezTo>
                    <a:pt x="8" y="37"/>
                    <a:pt x="0" y="50"/>
                    <a:pt x="0" y="72"/>
                  </a:cubicBezTo>
                  <a:cubicBezTo>
                    <a:pt x="0" y="95"/>
                    <a:pt x="15" y="115"/>
                    <a:pt x="36" y="129"/>
                  </a:cubicBezTo>
                  <a:cubicBezTo>
                    <a:pt x="47" y="136"/>
                    <a:pt x="64" y="144"/>
                    <a:pt x="87" y="152"/>
                  </a:cubicBezTo>
                  <a:cubicBezTo>
                    <a:pt x="110" y="160"/>
                    <a:pt x="130" y="168"/>
                    <a:pt x="139" y="177"/>
                  </a:cubicBezTo>
                  <a:cubicBezTo>
                    <a:pt x="149" y="186"/>
                    <a:pt x="153" y="193"/>
                    <a:pt x="153" y="204"/>
                  </a:cubicBezTo>
                  <a:cubicBezTo>
                    <a:pt x="153" y="216"/>
                    <a:pt x="148" y="227"/>
                    <a:pt x="138" y="236"/>
                  </a:cubicBezTo>
                  <a:cubicBezTo>
                    <a:pt x="128" y="245"/>
                    <a:pt x="115" y="250"/>
                    <a:pt x="98" y="250"/>
                  </a:cubicBezTo>
                  <a:cubicBezTo>
                    <a:pt x="79" y="250"/>
                    <a:pt x="61" y="244"/>
                    <a:pt x="47" y="231"/>
                  </a:cubicBezTo>
                  <a:cubicBezTo>
                    <a:pt x="33" y="219"/>
                    <a:pt x="22" y="208"/>
                    <a:pt x="14" y="188"/>
                  </a:cubicBezTo>
                  <a:cubicBezTo>
                    <a:pt x="11" y="182"/>
                    <a:pt x="8" y="178"/>
                    <a:pt x="6" y="178"/>
                  </a:cubicBezTo>
                  <a:cubicBezTo>
                    <a:pt x="2" y="178"/>
                    <a:pt x="0" y="180"/>
                    <a:pt x="0" y="184"/>
                  </a:cubicBezTo>
                  <a:cubicBezTo>
                    <a:pt x="0" y="185"/>
                    <a:pt x="0" y="187"/>
                    <a:pt x="0" y="190"/>
                  </a:cubicBezTo>
                  <a:lnTo>
                    <a:pt x="4" y="245"/>
                  </a:lnTo>
                  <a:cubicBezTo>
                    <a:pt x="26" y="257"/>
                    <a:pt x="61" y="273"/>
                    <a:pt x="99" y="273"/>
                  </a:cubicBezTo>
                  <a:cubicBezTo>
                    <a:pt x="160" y="273"/>
                    <a:pt x="195" y="229"/>
                    <a:pt x="195" y="187"/>
                  </a:cubicBezTo>
                  <a:cubicBezTo>
                    <a:pt x="195" y="156"/>
                    <a:pt x="177" y="129"/>
                    <a:pt x="104" y="10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xmlns="" id="{42253408-3225-40A0-980C-9BA926544B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64" y="2974"/>
              <a:ext cx="88" cy="112"/>
            </a:xfrm>
            <a:custGeom>
              <a:avLst/>
              <a:gdLst>
                <a:gd name="T0" fmla="*/ 106 w 146"/>
                <a:gd name="T1" fmla="*/ 112 h 181"/>
                <a:gd name="T2" fmla="*/ 106 w 146"/>
                <a:gd name="T3" fmla="*/ 112 h 181"/>
                <a:gd name="T4" fmla="*/ 68 w 146"/>
                <a:gd name="T5" fmla="*/ 155 h 181"/>
                <a:gd name="T6" fmla="*/ 42 w 146"/>
                <a:gd name="T7" fmla="*/ 134 h 181"/>
                <a:gd name="T8" fmla="*/ 77 w 146"/>
                <a:gd name="T9" fmla="*/ 100 h 181"/>
                <a:gd name="T10" fmla="*/ 106 w 146"/>
                <a:gd name="T11" fmla="*/ 85 h 181"/>
                <a:gd name="T12" fmla="*/ 106 w 146"/>
                <a:gd name="T13" fmla="*/ 112 h 181"/>
                <a:gd name="T14" fmla="*/ 106 w 146"/>
                <a:gd name="T15" fmla="*/ 112 h 181"/>
                <a:gd name="T16" fmla="*/ 81 w 146"/>
                <a:gd name="T17" fmla="*/ 0 h 181"/>
                <a:gd name="T18" fmla="*/ 81 w 146"/>
                <a:gd name="T19" fmla="*/ 0 h 181"/>
                <a:gd name="T20" fmla="*/ 35 w 146"/>
                <a:gd name="T21" fmla="*/ 8 h 181"/>
                <a:gd name="T22" fmla="*/ 11 w 146"/>
                <a:gd name="T23" fmla="*/ 40 h 181"/>
                <a:gd name="T24" fmla="*/ 30 w 146"/>
                <a:gd name="T25" fmla="*/ 59 h 181"/>
                <a:gd name="T26" fmla="*/ 55 w 146"/>
                <a:gd name="T27" fmla="*/ 40 h 181"/>
                <a:gd name="T28" fmla="*/ 83 w 146"/>
                <a:gd name="T29" fmla="*/ 21 h 181"/>
                <a:gd name="T30" fmla="*/ 100 w 146"/>
                <a:gd name="T31" fmla="*/ 28 h 181"/>
                <a:gd name="T32" fmla="*/ 102 w 146"/>
                <a:gd name="T33" fmla="*/ 61 h 181"/>
                <a:gd name="T34" fmla="*/ 91 w 146"/>
                <a:gd name="T35" fmla="*/ 73 h 181"/>
                <a:gd name="T36" fmla="*/ 66 w 146"/>
                <a:gd name="T37" fmla="*/ 83 h 181"/>
                <a:gd name="T38" fmla="*/ 27 w 146"/>
                <a:gd name="T39" fmla="*/ 98 h 181"/>
                <a:gd name="T40" fmla="*/ 0 w 146"/>
                <a:gd name="T41" fmla="*/ 139 h 181"/>
                <a:gd name="T42" fmla="*/ 52 w 146"/>
                <a:gd name="T43" fmla="*/ 181 h 181"/>
                <a:gd name="T44" fmla="*/ 106 w 146"/>
                <a:gd name="T45" fmla="*/ 150 h 181"/>
                <a:gd name="T46" fmla="*/ 130 w 146"/>
                <a:gd name="T47" fmla="*/ 181 h 181"/>
                <a:gd name="T48" fmla="*/ 146 w 146"/>
                <a:gd name="T49" fmla="*/ 178 h 181"/>
                <a:gd name="T50" fmla="*/ 146 w 146"/>
                <a:gd name="T51" fmla="*/ 57 h 181"/>
                <a:gd name="T52" fmla="*/ 81 w 14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" h="181">
                  <a:moveTo>
                    <a:pt x="106" y="112"/>
                  </a:moveTo>
                  <a:lnTo>
                    <a:pt x="106" y="112"/>
                  </a:lnTo>
                  <a:cubicBezTo>
                    <a:pt x="106" y="138"/>
                    <a:pt x="89" y="154"/>
                    <a:pt x="68" y="155"/>
                  </a:cubicBezTo>
                  <a:cubicBezTo>
                    <a:pt x="52" y="156"/>
                    <a:pt x="42" y="148"/>
                    <a:pt x="42" y="134"/>
                  </a:cubicBezTo>
                  <a:cubicBezTo>
                    <a:pt x="42" y="118"/>
                    <a:pt x="51" y="111"/>
                    <a:pt x="77" y="100"/>
                  </a:cubicBezTo>
                  <a:cubicBezTo>
                    <a:pt x="92" y="94"/>
                    <a:pt x="102" y="89"/>
                    <a:pt x="106" y="85"/>
                  </a:cubicBezTo>
                  <a:lnTo>
                    <a:pt x="106" y="112"/>
                  </a:lnTo>
                  <a:lnTo>
                    <a:pt x="106" y="112"/>
                  </a:lnTo>
                  <a:close/>
                  <a:moveTo>
                    <a:pt x="81" y="0"/>
                  </a:moveTo>
                  <a:lnTo>
                    <a:pt x="81" y="0"/>
                  </a:lnTo>
                  <a:cubicBezTo>
                    <a:pt x="62" y="0"/>
                    <a:pt x="49" y="2"/>
                    <a:pt x="35" y="8"/>
                  </a:cubicBezTo>
                  <a:cubicBezTo>
                    <a:pt x="20" y="15"/>
                    <a:pt x="11" y="26"/>
                    <a:pt x="11" y="40"/>
                  </a:cubicBezTo>
                  <a:cubicBezTo>
                    <a:pt x="11" y="52"/>
                    <a:pt x="19" y="59"/>
                    <a:pt x="30" y="59"/>
                  </a:cubicBezTo>
                  <a:cubicBezTo>
                    <a:pt x="44" y="59"/>
                    <a:pt x="52" y="53"/>
                    <a:pt x="55" y="40"/>
                  </a:cubicBezTo>
                  <a:cubicBezTo>
                    <a:pt x="58" y="28"/>
                    <a:pt x="72" y="21"/>
                    <a:pt x="83" y="21"/>
                  </a:cubicBezTo>
                  <a:cubicBezTo>
                    <a:pt x="90" y="21"/>
                    <a:pt x="96" y="23"/>
                    <a:pt x="100" y="28"/>
                  </a:cubicBezTo>
                  <a:cubicBezTo>
                    <a:pt x="109" y="37"/>
                    <a:pt x="107" y="53"/>
                    <a:pt x="102" y="61"/>
                  </a:cubicBezTo>
                  <a:cubicBezTo>
                    <a:pt x="99" y="66"/>
                    <a:pt x="95" y="70"/>
                    <a:pt x="91" y="73"/>
                  </a:cubicBezTo>
                  <a:cubicBezTo>
                    <a:pt x="86" y="75"/>
                    <a:pt x="81" y="79"/>
                    <a:pt x="66" y="83"/>
                  </a:cubicBezTo>
                  <a:cubicBezTo>
                    <a:pt x="48" y="89"/>
                    <a:pt x="35" y="94"/>
                    <a:pt x="27" y="98"/>
                  </a:cubicBezTo>
                  <a:cubicBezTo>
                    <a:pt x="11" y="106"/>
                    <a:pt x="0" y="118"/>
                    <a:pt x="0" y="139"/>
                  </a:cubicBezTo>
                  <a:cubicBezTo>
                    <a:pt x="0" y="161"/>
                    <a:pt x="21" y="181"/>
                    <a:pt x="52" y="181"/>
                  </a:cubicBezTo>
                  <a:cubicBezTo>
                    <a:pt x="97" y="181"/>
                    <a:pt x="106" y="150"/>
                    <a:pt x="106" y="150"/>
                  </a:cubicBezTo>
                  <a:cubicBezTo>
                    <a:pt x="106" y="174"/>
                    <a:pt x="116" y="181"/>
                    <a:pt x="130" y="181"/>
                  </a:cubicBezTo>
                  <a:cubicBezTo>
                    <a:pt x="135" y="181"/>
                    <a:pt x="141" y="180"/>
                    <a:pt x="146" y="178"/>
                  </a:cubicBezTo>
                  <a:lnTo>
                    <a:pt x="146" y="57"/>
                  </a:lnTo>
                  <a:cubicBezTo>
                    <a:pt x="146" y="19"/>
                    <a:pt x="122" y="0"/>
                    <a:pt x="8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xmlns="" id="{1D96613E-9245-4A01-A95B-FBD659B9C1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16" y="2974"/>
              <a:ext cx="87" cy="112"/>
            </a:xfrm>
            <a:custGeom>
              <a:avLst/>
              <a:gdLst>
                <a:gd name="T0" fmla="*/ 107 w 146"/>
                <a:gd name="T1" fmla="*/ 112 h 181"/>
                <a:gd name="T2" fmla="*/ 107 w 146"/>
                <a:gd name="T3" fmla="*/ 112 h 181"/>
                <a:gd name="T4" fmla="*/ 68 w 146"/>
                <a:gd name="T5" fmla="*/ 155 h 181"/>
                <a:gd name="T6" fmla="*/ 43 w 146"/>
                <a:gd name="T7" fmla="*/ 134 h 181"/>
                <a:gd name="T8" fmla="*/ 78 w 146"/>
                <a:gd name="T9" fmla="*/ 100 h 181"/>
                <a:gd name="T10" fmla="*/ 107 w 146"/>
                <a:gd name="T11" fmla="*/ 85 h 181"/>
                <a:gd name="T12" fmla="*/ 107 w 146"/>
                <a:gd name="T13" fmla="*/ 112 h 181"/>
                <a:gd name="T14" fmla="*/ 107 w 146"/>
                <a:gd name="T15" fmla="*/ 112 h 181"/>
                <a:gd name="T16" fmla="*/ 82 w 146"/>
                <a:gd name="T17" fmla="*/ 0 h 181"/>
                <a:gd name="T18" fmla="*/ 82 w 146"/>
                <a:gd name="T19" fmla="*/ 0 h 181"/>
                <a:gd name="T20" fmla="*/ 35 w 146"/>
                <a:gd name="T21" fmla="*/ 8 h 181"/>
                <a:gd name="T22" fmla="*/ 11 w 146"/>
                <a:gd name="T23" fmla="*/ 40 h 181"/>
                <a:gd name="T24" fmla="*/ 31 w 146"/>
                <a:gd name="T25" fmla="*/ 59 h 181"/>
                <a:gd name="T26" fmla="*/ 55 w 146"/>
                <a:gd name="T27" fmla="*/ 40 h 181"/>
                <a:gd name="T28" fmla="*/ 83 w 146"/>
                <a:gd name="T29" fmla="*/ 21 h 181"/>
                <a:gd name="T30" fmla="*/ 100 w 146"/>
                <a:gd name="T31" fmla="*/ 28 h 181"/>
                <a:gd name="T32" fmla="*/ 102 w 146"/>
                <a:gd name="T33" fmla="*/ 61 h 181"/>
                <a:gd name="T34" fmla="*/ 91 w 146"/>
                <a:gd name="T35" fmla="*/ 73 h 181"/>
                <a:gd name="T36" fmla="*/ 66 w 146"/>
                <a:gd name="T37" fmla="*/ 83 h 181"/>
                <a:gd name="T38" fmla="*/ 28 w 146"/>
                <a:gd name="T39" fmla="*/ 98 h 181"/>
                <a:gd name="T40" fmla="*/ 0 w 146"/>
                <a:gd name="T41" fmla="*/ 139 h 181"/>
                <a:gd name="T42" fmla="*/ 52 w 146"/>
                <a:gd name="T43" fmla="*/ 181 h 181"/>
                <a:gd name="T44" fmla="*/ 107 w 146"/>
                <a:gd name="T45" fmla="*/ 150 h 181"/>
                <a:gd name="T46" fmla="*/ 131 w 146"/>
                <a:gd name="T47" fmla="*/ 181 h 181"/>
                <a:gd name="T48" fmla="*/ 146 w 146"/>
                <a:gd name="T49" fmla="*/ 178 h 181"/>
                <a:gd name="T50" fmla="*/ 146 w 146"/>
                <a:gd name="T51" fmla="*/ 57 h 181"/>
                <a:gd name="T52" fmla="*/ 82 w 14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" h="181">
                  <a:moveTo>
                    <a:pt x="107" y="112"/>
                  </a:moveTo>
                  <a:lnTo>
                    <a:pt x="107" y="112"/>
                  </a:lnTo>
                  <a:cubicBezTo>
                    <a:pt x="107" y="138"/>
                    <a:pt x="89" y="154"/>
                    <a:pt x="68" y="155"/>
                  </a:cubicBezTo>
                  <a:cubicBezTo>
                    <a:pt x="53" y="156"/>
                    <a:pt x="43" y="148"/>
                    <a:pt x="43" y="134"/>
                  </a:cubicBezTo>
                  <a:cubicBezTo>
                    <a:pt x="43" y="118"/>
                    <a:pt x="51" y="111"/>
                    <a:pt x="78" y="100"/>
                  </a:cubicBezTo>
                  <a:cubicBezTo>
                    <a:pt x="93" y="94"/>
                    <a:pt x="103" y="89"/>
                    <a:pt x="107" y="85"/>
                  </a:cubicBezTo>
                  <a:lnTo>
                    <a:pt x="107" y="112"/>
                  </a:lnTo>
                  <a:lnTo>
                    <a:pt x="107" y="112"/>
                  </a:lnTo>
                  <a:close/>
                  <a:moveTo>
                    <a:pt x="82" y="0"/>
                  </a:moveTo>
                  <a:lnTo>
                    <a:pt x="82" y="0"/>
                  </a:lnTo>
                  <a:cubicBezTo>
                    <a:pt x="62" y="0"/>
                    <a:pt x="49" y="2"/>
                    <a:pt x="35" y="8"/>
                  </a:cubicBezTo>
                  <a:cubicBezTo>
                    <a:pt x="21" y="15"/>
                    <a:pt x="11" y="26"/>
                    <a:pt x="11" y="40"/>
                  </a:cubicBezTo>
                  <a:cubicBezTo>
                    <a:pt x="11" y="52"/>
                    <a:pt x="19" y="59"/>
                    <a:pt x="31" y="59"/>
                  </a:cubicBezTo>
                  <a:cubicBezTo>
                    <a:pt x="44" y="59"/>
                    <a:pt x="52" y="53"/>
                    <a:pt x="55" y="40"/>
                  </a:cubicBezTo>
                  <a:cubicBezTo>
                    <a:pt x="58" y="28"/>
                    <a:pt x="73" y="21"/>
                    <a:pt x="83" y="21"/>
                  </a:cubicBezTo>
                  <a:cubicBezTo>
                    <a:pt x="91" y="21"/>
                    <a:pt x="96" y="23"/>
                    <a:pt x="100" y="28"/>
                  </a:cubicBezTo>
                  <a:cubicBezTo>
                    <a:pt x="109" y="37"/>
                    <a:pt x="107" y="53"/>
                    <a:pt x="102" y="61"/>
                  </a:cubicBezTo>
                  <a:cubicBezTo>
                    <a:pt x="99" y="66"/>
                    <a:pt x="96" y="70"/>
                    <a:pt x="91" y="73"/>
                  </a:cubicBezTo>
                  <a:cubicBezTo>
                    <a:pt x="87" y="75"/>
                    <a:pt x="81" y="79"/>
                    <a:pt x="66" y="83"/>
                  </a:cubicBezTo>
                  <a:cubicBezTo>
                    <a:pt x="48" y="89"/>
                    <a:pt x="35" y="94"/>
                    <a:pt x="28" y="98"/>
                  </a:cubicBezTo>
                  <a:cubicBezTo>
                    <a:pt x="11" y="106"/>
                    <a:pt x="0" y="118"/>
                    <a:pt x="0" y="139"/>
                  </a:cubicBezTo>
                  <a:cubicBezTo>
                    <a:pt x="0" y="161"/>
                    <a:pt x="22" y="181"/>
                    <a:pt x="52" y="181"/>
                  </a:cubicBezTo>
                  <a:cubicBezTo>
                    <a:pt x="98" y="181"/>
                    <a:pt x="107" y="150"/>
                    <a:pt x="107" y="150"/>
                  </a:cubicBezTo>
                  <a:cubicBezTo>
                    <a:pt x="107" y="174"/>
                    <a:pt x="117" y="181"/>
                    <a:pt x="131" y="181"/>
                  </a:cubicBezTo>
                  <a:cubicBezTo>
                    <a:pt x="135" y="181"/>
                    <a:pt x="141" y="180"/>
                    <a:pt x="146" y="178"/>
                  </a:cubicBezTo>
                  <a:lnTo>
                    <a:pt x="146" y="57"/>
                  </a:lnTo>
                  <a:cubicBezTo>
                    <a:pt x="146" y="19"/>
                    <a:pt x="122" y="0"/>
                    <a:pt x="8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xmlns="" id="{6B798CC3-F443-4750-98A7-F0521B86F1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6" y="2975"/>
              <a:ext cx="80" cy="111"/>
            </a:xfrm>
            <a:custGeom>
              <a:avLst/>
              <a:gdLst>
                <a:gd name="T0" fmla="*/ 4 w 133"/>
                <a:gd name="T1" fmla="*/ 45 h 179"/>
                <a:gd name="T2" fmla="*/ 4 w 133"/>
                <a:gd name="T3" fmla="*/ 45 h 179"/>
                <a:gd name="T4" fmla="*/ 61 w 133"/>
                <a:gd name="T5" fmla="*/ 103 h 179"/>
                <a:gd name="T6" fmla="*/ 99 w 133"/>
                <a:gd name="T7" fmla="*/ 136 h 179"/>
                <a:gd name="T8" fmla="*/ 70 w 133"/>
                <a:gd name="T9" fmla="*/ 159 h 179"/>
                <a:gd name="T10" fmla="*/ 15 w 133"/>
                <a:gd name="T11" fmla="*/ 122 h 179"/>
                <a:gd name="T12" fmla="*/ 5 w 133"/>
                <a:gd name="T13" fmla="*/ 109 h 179"/>
                <a:gd name="T14" fmla="*/ 0 w 133"/>
                <a:gd name="T15" fmla="*/ 118 h 179"/>
                <a:gd name="T16" fmla="*/ 0 w 133"/>
                <a:gd name="T17" fmla="*/ 155 h 179"/>
                <a:gd name="T18" fmla="*/ 1 w 133"/>
                <a:gd name="T19" fmla="*/ 157 h 179"/>
                <a:gd name="T20" fmla="*/ 70 w 133"/>
                <a:gd name="T21" fmla="*/ 179 h 179"/>
                <a:gd name="T22" fmla="*/ 133 w 133"/>
                <a:gd name="T23" fmla="*/ 127 h 179"/>
                <a:gd name="T24" fmla="*/ 80 w 133"/>
                <a:gd name="T25" fmla="*/ 72 h 179"/>
                <a:gd name="T26" fmla="*/ 35 w 133"/>
                <a:gd name="T27" fmla="*/ 38 h 179"/>
                <a:gd name="T28" fmla="*/ 60 w 133"/>
                <a:gd name="T29" fmla="*/ 19 h 179"/>
                <a:gd name="T30" fmla="*/ 112 w 133"/>
                <a:gd name="T31" fmla="*/ 49 h 179"/>
                <a:gd name="T32" fmla="*/ 122 w 133"/>
                <a:gd name="T33" fmla="*/ 60 h 179"/>
                <a:gd name="T34" fmla="*/ 127 w 133"/>
                <a:gd name="T35" fmla="*/ 52 h 179"/>
                <a:gd name="T36" fmla="*/ 125 w 133"/>
                <a:gd name="T37" fmla="*/ 24 h 179"/>
                <a:gd name="T38" fmla="*/ 124 w 133"/>
                <a:gd name="T39" fmla="*/ 18 h 179"/>
                <a:gd name="T40" fmla="*/ 63 w 133"/>
                <a:gd name="T41" fmla="*/ 0 h 179"/>
                <a:gd name="T42" fmla="*/ 4 w 133"/>
                <a:gd name="T43" fmla="*/ 4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3" h="179">
                  <a:moveTo>
                    <a:pt x="4" y="45"/>
                  </a:moveTo>
                  <a:lnTo>
                    <a:pt x="4" y="45"/>
                  </a:lnTo>
                  <a:cubicBezTo>
                    <a:pt x="4" y="70"/>
                    <a:pt x="16" y="81"/>
                    <a:pt x="61" y="103"/>
                  </a:cubicBezTo>
                  <a:cubicBezTo>
                    <a:pt x="81" y="112"/>
                    <a:pt x="99" y="117"/>
                    <a:pt x="99" y="136"/>
                  </a:cubicBezTo>
                  <a:cubicBezTo>
                    <a:pt x="99" y="153"/>
                    <a:pt x="84" y="159"/>
                    <a:pt x="70" y="159"/>
                  </a:cubicBezTo>
                  <a:cubicBezTo>
                    <a:pt x="47" y="159"/>
                    <a:pt x="27" y="152"/>
                    <a:pt x="15" y="122"/>
                  </a:cubicBezTo>
                  <a:cubicBezTo>
                    <a:pt x="11" y="114"/>
                    <a:pt x="8" y="109"/>
                    <a:pt x="5" y="109"/>
                  </a:cubicBezTo>
                  <a:cubicBezTo>
                    <a:pt x="1" y="109"/>
                    <a:pt x="0" y="112"/>
                    <a:pt x="0" y="118"/>
                  </a:cubicBezTo>
                  <a:cubicBezTo>
                    <a:pt x="0" y="132"/>
                    <a:pt x="0" y="145"/>
                    <a:pt x="0" y="155"/>
                  </a:cubicBezTo>
                  <a:cubicBezTo>
                    <a:pt x="0" y="156"/>
                    <a:pt x="0" y="157"/>
                    <a:pt x="1" y="157"/>
                  </a:cubicBezTo>
                  <a:cubicBezTo>
                    <a:pt x="14" y="166"/>
                    <a:pt x="39" y="179"/>
                    <a:pt x="70" y="179"/>
                  </a:cubicBezTo>
                  <a:cubicBezTo>
                    <a:pt x="109" y="179"/>
                    <a:pt x="133" y="152"/>
                    <a:pt x="133" y="127"/>
                  </a:cubicBezTo>
                  <a:cubicBezTo>
                    <a:pt x="133" y="104"/>
                    <a:pt x="119" y="88"/>
                    <a:pt x="80" y="72"/>
                  </a:cubicBezTo>
                  <a:cubicBezTo>
                    <a:pt x="44" y="56"/>
                    <a:pt x="35" y="52"/>
                    <a:pt x="35" y="38"/>
                  </a:cubicBezTo>
                  <a:cubicBezTo>
                    <a:pt x="35" y="28"/>
                    <a:pt x="46" y="19"/>
                    <a:pt x="60" y="19"/>
                  </a:cubicBezTo>
                  <a:cubicBezTo>
                    <a:pt x="83" y="19"/>
                    <a:pt x="101" y="24"/>
                    <a:pt x="112" y="49"/>
                  </a:cubicBezTo>
                  <a:cubicBezTo>
                    <a:pt x="116" y="56"/>
                    <a:pt x="119" y="60"/>
                    <a:pt x="122" y="60"/>
                  </a:cubicBezTo>
                  <a:cubicBezTo>
                    <a:pt x="125" y="60"/>
                    <a:pt x="127" y="57"/>
                    <a:pt x="127" y="52"/>
                  </a:cubicBezTo>
                  <a:cubicBezTo>
                    <a:pt x="127" y="45"/>
                    <a:pt x="126" y="35"/>
                    <a:pt x="125" y="24"/>
                  </a:cubicBezTo>
                  <a:cubicBezTo>
                    <a:pt x="125" y="22"/>
                    <a:pt x="124" y="20"/>
                    <a:pt x="124" y="18"/>
                  </a:cubicBezTo>
                  <a:cubicBezTo>
                    <a:pt x="110" y="10"/>
                    <a:pt x="89" y="0"/>
                    <a:pt x="63" y="0"/>
                  </a:cubicBezTo>
                  <a:cubicBezTo>
                    <a:pt x="29" y="0"/>
                    <a:pt x="4" y="22"/>
                    <a:pt x="4" y="4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xmlns="" id="{441E609D-50AC-43AF-8942-F8173427CF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1" y="2919"/>
              <a:ext cx="31" cy="32"/>
            </a:xfrm>
            <a:custGeom>
              <a:avLst/>
              <a:gdLst>
                <a:gd name="T0" fmla="*/ 25 w 51"/>
                <a:gd name="T1" fmla="*/ 51 h 51"/>
                <a:gd name="T2" fmla="*/ 25 w 51"/>
                <a:gd name="T3" fmla="*/ 51 h 51"/>
                <a:gd name="T4" fmla="*/ 43 w 51"/>
                <a:gd name="T5" fmla="*/ 43 h 51"/>
                <a:gd name="T6" fmla="*/ 51 w 51"/>
                <a:gd name="T7" fmla="*/ 25 h 51"/>
                <a:gd name="T8" fmla="*/ 43 w 51"/>
                <a:gd name="T9" fmla="*/ 7 h 51"/>
                <a:gd name="T10" fmla="*/ 25 w 51"/>
                <a:gd name="T11" fmla="*/ 0 h 51"/>
                <a:gd name="T12" fmla="*/ 7 w 51"/>
                <a:gd name="T13" fmla="*/ 7 h 51"/>
                <a:gd name="T14" fmla="*/ 0 w 51"/>
                <a:gd name="T15" fmla="*/ 25 h 51"/>
                <a:gd name="T16" fmla="*/ 7 w 51"/>
                <a:gd name="T17" fmla="*/ 43 h 51"/>
                <a:gd name="T18" fmla="*/ 25 w 51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51">
                  <a:moveTo>
                    <a:pt x="25" y="51"/>
                  </a:moveTo>
                  <a:lnTo>
                    <a:pt x="25" y="51"/>
                  </a:lnTo>
                  <a:cubicBezTo>
                    <a:pt x="32" y="51"/>
                    <a:pt x="38" y="48"/>
                    <a:pt x="43" y="43"/>
                  </a:cubicBezTo>
                  <a:cubicBezTo>
                    <a:pt x="48" y="38"/>
                    <a:pt x="51" y="32"/>
                    <a:pt x="51" y="25"/>
                  </a:cubicBezTo>
                  <a:cubicBezTo>
                    <a:pt x="51" y="18"/>
                    <a:pt x="48" y="12"/>
                    <a:pt x="43" y="7"/>
                  </a:cubicBezTo>
                  <a:cubicBezTo>
                    <a:pt x="38" y="2"/>
                    <a:pt x="32" y="0"/>
                    <a:pt x="25" y="0"/>
                  </a:cubicBezTo>
                  <a:cubicBezTo>
                    <a:pt x="18" y="0"/>
                    <a:pt x="12" y="2"/>
                    <a:pt x="7" y="7"/>
                  </a:cubicBezTo>
                  <a:cubicBezTo>
                    <a:pt x="2" y="12"/>
                    <a:pt x="0" y="18"/>
                    <a:pt x="0" y="25"/>
                  </a:cubicBezTo>
                  <a:cubicBezTo>
                    <a:pt x="0" y="32"/>
                    <a:pt x="2" y="38"/>
                    <a:pt x="7" y="43"/>
                  </a:cubicBezTo>
                  <a:cubicBezTo>
                    <a:pt x="12" y="48"/>
                    <a:pt x="18" y="51"/>
                    <a:pt x="25" y="5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xmlns="" id="{AE0597C4-1386-42BD-A555-112D80487E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3" y="2974"/>
              <a:ext cx="35" cy="110"/>
            </a:xfrm>
            <a:custGeom>
              <a:avLst/>
              <a:gdLst>
                <a:gd name="T0" fmla="*/ 12 w 59"/>
                <a:gd name="T1" fmla="*/ 4 h 177"/>
                <a:gd name="T2" fmla="*/ 12 w 59"/>
                <a:gd name="T3" fmla="*/ 4 h 177"/>
                <a:gd name="T4" fmla="*/ 8 w 59"/>
                <a:gd name="T5" fmla="*/ 5 h 177"/>
                <a:gd name="T6" fmla="*/ 0 w 59"/>
                <a:gd name="T7" fmla="*/ 10 h 177"/>
                <a:gd name="T8" fmla="*/ 8 w 59"/>
                <a:gd name="T9" fmla="*/ 16 h 177"/>
                <a:gd name="T10" fmla="*/ 19 w 59"/>
                <a:gd name="T11" fmla="*/ 43 h 177"/>
                <a:gd name="T12" fmla="*/ 19 w 59"/>
                <a:gd name="T13" fmla="*/ 177 h 177"/>
                <a:gd name="T14" fmla="*/ 39 w 59"/>
                <a:gd name="T15" fmla="*/ 176 h 177"/>
                <a:gd name="T16" fmla="*/ 59 w 59"/>
                <a:gd name="T17" fmla="*/ 177 h 177"/>
                <a:gd name="T18" fmla="*/ 59 w 59"/>
                <a:gd name="T19" fmla="*/ 0 h 177"/>
                <a:gd name="T20" fmla="*/ 12 w 59"/>
                <a:gd name="T21" fmla="*/ 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77">
                  <a:moveTo>
                    <a:pt x="12" y="4"/>
                  </a:moveTo>
                  <a:lnTo>
                    <a:pt x="12" y="4"/>
                  </a:lnTo>
                  <a:lnTo>
                    <a:pt x="8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2" y="16"/>
                    <a:pt x="8" y="16"/>
                  </a:cubicBezTo>
                  <a:cubicBezTo>
                    <a:pt x="18" y="18"/>
                    <a:pt x="19" y="21"/>
                    <a:pt x="19" y="43"/>
                  </a:cubicBezTo>
                  <a:lnTo>
                    <a:pt x="19" y="177"/>
                  </a:lnTo>
                  <a:cubicBezTo>
                    <a:pt x="25" y="177"/>
                    <a:pt x="31" y="176"/>
                    <a:pt x="39" y="176"/>
                  </a:cubicBezTo>
                  <a:cubicBezTo>
                    <a:pt x="47" y="176"/>
                    <a:pt x="53" y="177"/>
                    <a:pt x="59" y="177"/>
                  </a:cubicBezTo>
                  <a:lnTo>
                    <a:pt x="59" y="0"/>
                  </a:lnTo>
                  <a:lnTo>
                    <a:pt x="12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xmlns="" id="{CCD6B96E-8AD6-4385-BBAF-1D650BBA4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5" y="2919"/>
              <a:ext cx="31" cy="32"/>
            </a:xfrm>
            <a:custGeom>
              <a:avLst/>
              <a:gdLst>
                <a:gd name="T0" fmla="*/ 26 w 52"/>
                <a:gd name="T1" fmla="*/ 51 h 51"/>
                <a:gd name="T2" fmla="*/ 26 w 52"/>
                <a:gd name="T3" fmla="*/ 51 h 51"/>
                <a:gd name="T4" fmla="*/ 44 w 52"/>
                <a:gd name="T5" fmla="*/ 43 h 51"/>
                <a:gd name="T6" fmla="*/ 52 w 52"/>
                <a:gd name="T7" fmla="*/ 25 h 51"/>
                <a:gd name="T8" fmla="*/ 44 w 52"/>
                <a:gd name="T9" fmla="*/ 7 h 51"/>
                <a:gd name="T10" fmla="*/ 26 w 52"/>
                <a:gd name="T11" fmla="*/ 0 h 51"/>
                <a:gd name="T12" fmla="*/ 8 w 52"/>
                <a:gd name="T13" fmla="*/ 7 h 51"/>
                <a:gd name="T14" fmla="*/ 0 w 52"/>
                <a:gd name="T15" fmla="*/ 25 h 51"/>
                <a:gd name="T16" fmla="*/ 8 w 52"/>
                <a:gd name="T17" fmla="*/ 43 h 51"/>
                <a:gd name="T18" fmla="*/ 26 w 52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1">
                  <a:moveTo>
                    <a:pt x="26" y="51"/>
                  </a:moveTo>
                  <a:lnTo>
                    <a:pt x="26" y="51"/>
                  </a:lnTo>
                  <a:cubicBezTo>
                    <a:pt x="33" y="51"/>
                    <a:pt x="39" y="48"/>
                    <a:pt x="44" y="43"/>
                  </a:cubicBezTo>
                  <a:cubicBezTo>
                    <a:pt x="49" y="38"/>
                    <a:pt x="52" y="32"/>
                    <a:pt x="52" y="25"/>
                  </a:cubicBezTo>
                  <a:cubicBezTo>
                    <a:pt x="52" y="18"/>
                    <a:pt x="49" y="12"/>
                    <a:pt x="44" y="7"/>
                  </a:cubicBezTo>
                  <a:cubicBezTo>
                    <a:pt x="39" y="2"/>
                    <a:pt x="33" y="0"/>
                    <a:pt x="26" y="0"/>
                  </a:cubicBezTo>
                  <a:cubicBezTo>
                    <a:pt x="19" y="0"/>
                    <a:pt x="13" y="2"/>
                    <a:pt x="8" y="7"/>
                  </a:cubicBezTo>
                  <a:cubicBezTo>
                    <a:pt x="3" y="12"/>
                    <a:pt x="0" y="18"/>
                    <a:pt x="0" y="25"/>
                  </a:cubicBezTo>
                  <a:cubicBezTo>
                    <a:pt x="0" y="32"/>
                    <a:pt x="3" y="38"/>
                    <a:pt x="8" y="43"/>
                  </a:cubicBezTo>
                  <a:cubicBezTo>
                    <a:pt x="13" y="48"/>
                    <a:pt x="19" y="51"/>
                    <a:pt x="26" y="5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xmlns="" id="{743B3DF8-800B-468C-9FEE-5767705301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26" y="2974"/>
              <a:ext cx="37" cy="110"/>
            </a:xfrm>
            <a:custGeom>
              <a:avLst/>
              <a:gdLst>
                <a:gd name="T0" fmla="*/ 12 w 60"/>
                <a:gd name="T1" fmla="*/ 4 h 177"/>
                <a:gd name="T2" fmla="*/ 12 w 60"/>
                <a:gd name="T3" fmla="*/ 4 h 177"/>
                <a:gd name="T4" fmla="*/ 9 w 60"/>
                <a:gd name="T5" fmla="*/ 5 h 177"/>
                <a:gd name="T6" fmla="*/ 0 w 60"/>
                <a:gd name="T7" fmla="*/ 10 h 177"/>
                <a:gd name="T8" fmla="*/ 9 w 60"/>
                <a:gd name="T9" fmla="*/ 16 h 177"/>
                <a:gd name="T10" fmla="*/ 20 w 60"/>
                <a:gd name="T11" fmla="*/ 43 h 177"/>
                <a:gd name="T12" fmla="*/ 20 w 60"/>
                <a:gd name="T13" fmla="*/ 177 h 177"/>
                <a:gd name="T14" fmla="*/ 40 w 60"/>
                <a:gd name="T15" fmla="*/ 176 h 177"/>
                <a:gd name="T16" fmla="*/ 60 w 60"/>
                <a:gd name="T17" fmla="*/ 177 h 177"/>
                <a:gd name="T18" fmla="*/ 60 w 60"/>
                <a:gd name="T19" fmla="*/ 0 h 177"/>
                <a:gd name="T20" fmla="*/ 12 w 60"/>
                <a:gd name="T21" fmla="*/ 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177">
                  <a:moveTo>
                    <a:pt x="12" y="4"/>
                  </a:moveTo>
                  <a:lnTo>
                    <a:pt x="12" y="4"/>
                  </a:lnTo>
                  <a:lnTo>
                    <a:pt x="9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9" y="16"/>
                  </a:cubicBezTo>
                  <a:cubicBezTo>
                    <a:pt x="18" y="18"/>
                    <a:pt x="20" y="21"/>
                    <a:pt x="20" y="43"/>
                  </a:cubicBezTo>
                  <a:lnTo>
                    <a:pt x="20" y="177"/>
                  </a:lnTo>
                  <a:cubicBezTo>
                    <a:pt x="26" y="177"/>
                    <a:pt x="32" y="176"/>
                    <a:pt x="40" y="176"/>
                  </a:cubicBezTo>
                  <a:cubicBezTo>
                    <a:pt x="48" y="176"/>
                    <a:pt x="54" y="177"/>
                    <a:pt x="60" y="177"/>
                  </a:cubicBezTo>
                  <a:lnTo>
                    <a:pt x="60" y="0"/>
                  </a:lnTo>
                  <a:lnTo>
                    <a:pt x="12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xmlns="" id="{2D596E1C-03C6-4E97-A65E-138FA2B18D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08" y="2914"/>
              <a:ext cx="109" cy="171"/>
            </a:xfrm>
            <a:custGeom>
              <a:avLst/>
              <a:gdLst>
                <a:gd name="T0" fmla="*/ 174 w 180"/>
                <a:gd name="T1" fmla="*/ 125 h 274"/>
                <a:gd name="T2" fmla="*/ 174 w 180"/>
                <a:gd name="T3" fmla="*/ 125 h 274"/>
                <a:gd name="T4" fmla="*/ 153 w 180"/>
                <a:gd name="T5" fmla="*/ 104 h 274"/>
                <a:gd name="T6" fmla="*/ 125 w 180"/>
                <a:gd name="T7" fmla="*/ 97 h 274"/>
                <a:gd name="T8" fmla="*/ 89 w 180"/>
                <a:gd name="T9" fmla="*/ 107 h 274"/>
                <a:gd name="T10" fmla="*/ 58 w 180"/>
                <a:gd name="T11" fmla="*/ 136 h 274"/>
                <a:gd name="T12" fmla="*/ 58 w 180"/>
                <a:gd name="T13" fmla="*/ 0 h 274"/>
                <a:gd name="T14" fmla="*/ 12 w 180"/>
                <a:gd name="T15" fmla="*/ 3 h 274"/>
                <a:gd name="T16" fmla="*/ 8 w 180"/>
                <a:gd name="T17" fmla="*/ 4 h 274"/>
                <a:gd name="T18" fmla="*/ 0 w 180"/>
                <a:gd name="T19" fmla="*/ 9 h 274"/>
                <a:gd name="T20" fmla="*/ 8 w 180"/>
                <a:gd name="T21" fmla="*/ 15 h 274"/>
                <a:gd name="T22" fmla="*/ 18 w 180"/>
                <a:gd name="T23" fmla="*/ 42 h 274"/>
                <a:gd name="T24" fmla="*/ 18 w 180"/>
                <a:gd name="T25" fmla="*/ 273 h 274"/>
                <a:gd name="T26" fmla="*/ 36 w 180"/>
                <a:gd name="T27" fmla="*/ 272 h 274"/>
                <a:gd name="T28" fmla="*/ 58 w 180"/>
                <a:gd name="T29" fmla="*/ 274 h 274"/>
                <a:gd name="T30" fmla="*/ 58 w 180"/>
                <a:gd name="T31" fmla="*/ 179 h 274"/>
                <a:gd name="T32" fmla="*/ 66 w 180"/>
                <a:gd name="T33" fmla="*/ 152 h 274"/>
                <a:gd name="T34" fmla="*/ 81 w 180"/>
                <a:gd name="T35" fmla="*/ 135 h 274"/>
                <a:gd name="T36" fmla="*/ 113 w 180"/>
                <a:gd name="T37" fmla="*/ 125 h 274"/>
                <a:gd name="T38" fmla="*/ 136 w 180"/>
                <a:gd name="T39" fmla="*/ 137 h 274"/>
                <a:gd name="T40" fmla="*/ 141 w 180"/>
                <a:gd name="T41" fmla="*/ 183 h 274"/>
                <a:gd name="T42" fmla="*/ 141 w 180"/>
                <a:gd name="T43" fmla="*/ 274 h 274"/>
                <a:gd name="T44" fmla="*/ 145 w 180"/>
                <a:gd name="T45" fmla="*/ 273 h 274"/>
                <a:gd name="T46" fmla="*/ 163 w 180"/>
                <a:gd name="T47" fmla="*/ 272 h 274"/>
                <a:gd name="T48" fmla="*/ 180 w 180"/>
                <a:gd name="T49" fmla="*/ 273 h 274"/>
                <a:gd name="T50" fmla="*/ 180 w 180"/>
                <a:gd name="T51" fmla="*/ 178 h 274"/>
                <a:gd name="T52" fmla="*/ 174 w 180"/>
                <a:gd name="T53" fmla="*/ 125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0" h="274">
                  <a:moveTo>
                    <a:pt x="174" y="125"/>
                  </a:moveTo>
                  <a:lnTo>
                    <a:pt x="174" y="125"/>
                  </a:lnTo>
                  <a:cubicBezTo>
                    <a:pt x="169" y="115"/>
                    <a:pt x="162" y="108"/>
                    <a:pt x="153" y="104"/>
                  </a:cubicBezTo>
                  <a:cubicBezTo>
                    <a:pt x="144" y="99"/>
                    <a:pt x="135" y="97"/>
                    <a:pt x="125" y="97"/>
                  </a:cubicBezTo>
                  <a:cubicBezTo>
                    <a:pt x="113" y="97"/>
                    <a:pt x="99" y="100"/>
                    <a:pt x="89" y="107"/>
                  </a:cubicBezTo>
                  <a:cubicBezTo>
                    <a:pt x="79" y="113"/>
                    <a:pt x="67" y="123"/>
                    <a:pt x="58" y="136"/>
                  </a:cubicBezTo>
                  <a:lnTo>
                    <a:pt x="58" y="0"/>
                  </a:lnTo>
                  <a:lnTo>
                    <a:pt x="12" y="3"/>
                  </a:lnTo>
                  <a:lnTo>
                    <a:pt x="8" y="4"/>
                  </a:lnTo>
                  <a:cubicBezTo>
                    <a:pt x="2" y="4"/>
                    <a:pt x="0" y="6"/>
                    <a:pt x="0" y="9"/>
                  </a:cubicBezTo>
                  <a:cubicBezTo>
                    <a:pt x="0" y="13"/>
                    <a:pt x="2" y="15"/>
                    <a:pt x="8" y="15"/>
                  </a:cubicBezTo>
                  <a:cubicBezTo>
                    <a:pt x="20" y="17"/>
                    <a:pt x="18" y="21"/>
                    <a:pt x="18" y="42"/>
                  </a:cubicBezTo>
                  <a:lnTo>
                    <a:pt x="18" y="273"/>
                  </a:lnTo>
                  <a:cubicBezTo>
                    <a:pt x="23" y="273"/>
                    <a:pt x="28" y="272"/>
                    <a:pt x="36" y="272"/>
                  </a:cubicBezTo>
                  <a:cubicBezTo>
                    <a:pt x="43" y="272"/>
                    <a:pt x="52" y="273"/>
                    <a:pt x="58" y="274"/>
                  </a:cubicBezTo>
                  <a:lnTo>
                    <a:pt x="58" y="179"/>
                  </a:lnTo>
                  <a:cubicBezTo>
                    <a:pt x="58" y="168"/>
                    <a:pt x="61" y="160"/>
                    <a:pt x="66" y="152"/>
                  </a:cubicBezTo>
                  <a:cubicBezTo>
                    <a:pt x="71" y="146"/>
                    <a:pt x="76" y="139"/>
                    <a:pt x="81" y="135"/>
                  </a:cubicBezTo>
                  <a:cubicBezTo>
                    <a:pt x="90" y="128"/>
                    <a:pt x="103" y="125"/>
                    <a:pt x="113" y="125"/>
                  </a:cubicBezTo>
                  <a:cubicBezTo>
                    <a:pt x="124" y="125"/>
                    <a:pt x="132" y="129"/>
                    <a:pt x="136" y="137"/>
                  </a:cubicBezTo>
                  <a:cubicBezTo>
                    <a:pt x="139" y="146"/>
                    <a:pt x="141" y="154"/>
                    <a:pt x="141" y="183"/>
                  </a:cubicBezTo>
                  <a:lnTo>
                    <a:pt x="141" y="274"/>
                  </a:lnTo>
                  <a:cubicBezTo>
                    <a:pt x="142" y="274"/>
                    <a:pt x="143" y="274"/>
                    <a:pt x="145" y="273"/>
                  </a:cubicBezTo>
                  <a:cubicBezTo>
                    <a:pt x="151" y="273"/>
                    <a:pt x="160" y="272"/>
                    <a:pt x="163" y="272"/>
                  </a:cubicBezTo>
                  <a:cubicBezTo>
                    <a:pt x="174" y="272"/>
                    <a:pt x="176" y="272"/>
                    <a:pt x="180" y="273"/>
                  </a:cubicBezTo>
                  <a:lnTo>
                    <a:pt x="180" y="178"/>
                  </a:lnTo>
                  <a:cubicBezTo>
                    <a:pt x="180" y="151"/>
                    <a:pt x="179" y="135"/>
                    <a:pt x="174" y="12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xmlns="" id="{5AFCA421-C44B-49AA-8043-BEABC452EC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26" y="2914"/>
              <a:ext cx="104" cy="172"/>
            </a:xfrm>
            <a:custGeom>
              <a:avLst/>
              <a:gdLst>
                <a:gd name="T0" fmla="*/ 133 w 173"/>
                <a:gd name="T1" fmla="*/ 201 h 277"/>
                <a:gd name="T2" fmla="*/ 133 w 173"/>
                <a:gd name="T3" fmla="*/ 201 h 277"/>
                <a:gd name="T4" fmla="*/ 126 w 173"/>
                <a:gd name="T5" fmla="*/ 226 h 277"/>
                <a:gd name="T6" fmla="*/ 87 w 173"/>
                <a:gd name="T7" fmla="*/ 248 h 277"/>
                <a:gd name="T8" fmla="*/ 43 w 173"/>
                <a:gd name="T9" fmla="*/ 184 h 277"/>
                <a:gd name="T10" fmla="*/ 91 w 173"/>
                <a:gd name="T11" fmla="*/ 117 h 277"/>
                <a:gd name="T12" fmla="*/ 126 w 173"/>
                <a:gd name="T13" fmla="*/ 135 h 277"/>
                <a:gd name="T14" fmla="*/ 133 w 173"/>
                <a:gd name="T15" fmla="*/ 160 h 277"/>
                <a:gd name="T16" fmla="*/ 133 w 173"/>
                <a:gd name="T17" fmla="*/ 201 h 277"/>
                <a:gd name="T18" fmla="*/ 133 w 173"/>
                <a:gd name="T19" fmla="*/ 201 h 277"/>
                <a:gd name="T20" fmla="*/ 126 w 173"/>
                <a:gd name="T21" fmla="*/ 3 h 277"/>
                <a:gd name="T22" fmla="*/ 126 w 173"/>
                <a:gd name="T23" fmla="*/ 3 h 277"/>
                <a:gd name="T24" fmla="*/ 122 w 173"/>
                <a:gd name="T25" fmla="*/ 4 h 277"/>
                <a:gd name="T26" fmla="*/ 114 w 173"/>
                <a:gd name="T27" fmla="*/ 9 h 277"/>
                <a:gd name="T28" fmla="*/ 122 w 173"/>
                <a:gd name="T29" fmla="*/ 15 h 277"/>
                <a:gd name="T30" fmla="*/ 133 w 173"/>
                <a:gd name="T31" fmla="*/ 42 h 277"/>
                <a:gd name="T32" fmla="*/ 133 w 173"/>
                <a:gd name="T33" fmla="*/ 116 h 277"/>
                <a:gd name="T34" fmla="*/ 88 w 173"/>
                <a:gd name="T35" fmla="*/ 98 h 277"/>
                <a:gd name="T36" fmla="*/ 0 w 173"/>
                <a:gd name="T37" fmla="*/ 192 h 277"/>
                <a:gd name="T38" fmla="*/ 81 w 173"/>
                <a:gd name="T39" fmla="*/ 277 h 277"/>
                <a:gd name="T40" fmla="*/ 111 w 173"/>
                <a:gd name="T41" fmla="*/ 269 h 277"/>
                <a:gd name="T42" fmla="*/ 133 w 173"/>
                <a:gd name="T43" fmla="*/ 246 h 277"/>
                <a:gd name="T44" fmla="*/ 133 w 173"/>
                <a:gd name="T45" fmla="*/ 274 h 277"/>
                <a:gd name="T46" fmla="*/ 173 w 173"/>
                <a:gd name="T47" fmla="*/ 270 h 277"/>
                <a:gd name="T48" fmla="*/ 173 w 173"/>
                <a:gd name="T49" fmla="*/ 0 h 277"/>
                <a:gd name="T50" fmla="*/ 126 w 173"/>
                <a:gd name="T51" fmla="*/ 3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3" h="277">
                  <a:moveTo>
                    <a:pt x="133" y="201"/>
                  </a:moveTo>
                  <a:lnTo>
                    <a:pt x="133" y="201"/>
                  </a:lnTo>
                  <a:cubicBezTo>
                    <a:pt x="133" y="209"/>
                    <a:pt x="130" y="219"/>
                    <a:pt x="126" y="226"/>
                  </a:cubicBezTo>
                  <a:cubicBezTo>
                    <a:pt x="119" y="238"/>
                    <a:pt x="106" y="248"/>
                    <a:pt x="87" y="248"/>
                  </a:cubicBezTo>
                  <a:cubicBezTo>
                    <a:pt x="59" y="248"/>
                    <a:pt x="43" y="226"/>
                    <a:pt x="43" y="184"/>
                  </a:cubicBezTo>
                  <a:cubicBezTo>
                    <a:pt x="43" y="145"/>
                    <a:pt x="62" y="117"/>
                    <a:pt x="91" y="117"/>
                  </a:cubicBezTo>
                  <a:cubicBezTo>
                    <a:pt x="108" y="117"/>
                    <a:pt x="118" y="125"/>
                    <a:pt x="126" y="135"/>
                  </a:cubicBezTo>
                  <a:cubicBezTo>
                    <a:pt x="130" y="141"/>
                    <a:pt x="133" y="152"/>
                    <a:pt x="133" y="160"/>
                  </a:cubicBezTo>
                  <a:lnTo>
                    <a:pt x="133" y="201"/>
                  </a:lnTo>
                  <a:lnTo>
                    <a:pt x="133" y="201"/>
                  </a:lnTo>
                  <a:close/>
                  <a:moveTo>
                    <a:pt x="126" y="3"/>
                  </a:moveTo>
                  <a:lnTo>
                    <a:pt x="126" y="3"/>
                  </a:lnTo>
                  <a:lnTo>
                    <a:pt x="122" y="4"/>
                  </a:lnTo>
                  <a:cubicBezTo>
                    <a:pt x="116" y="4"/>
                    <a:pt x="114" y="6"/>
                    <a:pt x="114" y="9"/>
                  </a:cubicBezTo>
                  <a:cubicBezTo>
                    <a:pt x="114" y="13"/>
                    <a:pt x="116" y="15"/>
                    <a:pt x="122" y="15"/>
                  </a:cubicBezTo>
                  <a:cubicBezTo>
                    <a:pt x="134" y="17"/>
                    <a:pt x="133" y="21"/>
                    <a:pt x="133" y="42"/>
                  </a:cubicBezTo>
                  <a:lnTo>
                    <a:pt x="133" y="116"/>
                  </a:lnTo>
                  <a:cubicBezTo>
                    <a:pt x="122" y="105"/>
                    <a:pt x="107" y="98"/>
                    <a:pt x="88" y="98"/>
                  </a:cubicBezTo>
                  <a:cubicBezTo>
                    <a:pt x="36" y="98"/>
                    <a:pt x="0" y="136"/>
                    <a:pt x="0" y="192"/>
                  </a:cubicBezTo>
                  <a:cubicBezTo>
                    <a:pt x="0" y="240"/>
                    <a:pt x="34" y="277"/>
                    <a:pt x="81" y="277"/>
                  </a:cubicBezTo>
                  <a:cubicBezTo>
                    <a:pt x="92" y="277"/>
                    <a:pt x="102" y="274"/>
                    <a:pt x="111" y="269"/>
                  </a:cubicBezTo>
                  <a:cubicBezTo>
                    <a:pt x="119" y="264"/>
                    <a:pt x="127" y="256"/>
                    <a:pt x="133" y="246"/>
                  </a:cubicBezTo>
                  <a:lnTo>
                    <a:pt x="133" y="274"/>
                  </a:lnTo>
                  <a:lnTo>
                    <a:pt x="173" y="270"/>
                  </a:lnTo>
                  <a:lnTo>
                    <a:pt x="173" y="0"/>
                  </a:lnTo>
                  <a:lnTo>
                    <a:pt x="12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xmlns="" id="{90CB968E-B21A-48CC-BF68-2B41BC0A5E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2" y="2974"/>
              <a:ext cx="110" cy="111"/>
            </a:xfrm>
            <a:custGeom>
              <a:avLst/>
              <a:gdLst>
                <a:gd name="T0" fmla="*/ 130 w 182"/>
                <a:gd name="T1" fmla="*/ 1 h 178"/>
                <a:gd name="T2" fmla="*/ 130 w 182"/>
                <a:gd name="T3" fmla="*/ 1 h 178"/>
                <a:gd name="T4" fmla="*/ 59 w 182"/>
                <a:gd name="T5" fmla="*/ 40 h 178"/>
                <a:gd name="T6" fmla="*/ 59 w 182"/>
                <a:gd name="T7" fmla="*/ 0 h 178"/>
                <a:gd name="T8" fmla="*/ 12 w 182"/>
                <a:gd name="T9" fmla="*/ 4 h 178"/>
                <a:gd name="T10" fmla="*/ 8 w 182"/>
                <a:gd name="T11" fmla="*/ 5 h 178"/>
                <a:gd name="T12" fmla="*/ 0 w 182"/>
                <a:gd name="T13" fmla="*/ 10 h 178"/>
                <a:gd name="T14" fmla="*/ 8 w 182"/>
                <a:gd name="T15" fmla="*/ 16 h 178"/>
                <a:gd name="T16" fmla="*/ 19 w 182"/>
                <a:gd name="T17" fmla="*/ 43 h 178"/>
                <a:gd name="T18" fmla="*/ 19 w 182"/>
                <a:gd name="T19" fmla="*/ 177 h 178"/>
                <a:gd name="T20" fmla="*/ 39 w 182"/>
                <a:gd name="T21" fmla="*/ 176 h 178"/>
                <a:gd name="T22" fmla="*/ 59 w 182"/>
                <a:gd name="T23" fmla="*/ 177 h 178"/>
                <a:gd name="T24" fmla="*/ 59 w 182"/>
                <a:gd name="T25" fmla="*/ 80 h 178"/>
                <a:gd name="T26" fmla="*/ 65 w 182"/>
                <a:gd name="T27" fmla="*/ 62 h 178"/>
                <a:gd name="T28" fmla="*/ 114 w 182"/>
                <a:gd name="T29" fmla="*/ 29 h 178"/>
                <a:gd name="T30" fmla="*/ 142 w 182"/>
                <a:gd name="T31" fmla="*/ 75 h 178"/>
                <a:gd name="T32" fmla="*/ 142 w 182"/>
                <a:gd name="T33" fmla="*/ 178 h 178"/>
                <a:gd name="T34" fmla="*/ 163 w 182"/>
                <a:gd name="T35" fmla="*/ 176 h 178"/>
                <a:gd name="T36" fmla="*/ 182 w 182"/>
                <a:gd name="T37" fmla="*/ 178 h 178"/>
                <a:gd name="T38" fmla="*/ 182 w 182"/>
                <a:gd name="T39" fmla="*/ 58 h 178"/>
                <a:gd name="T40" fmla="*/ 130 w 182"/>
                <a:gd name="T41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2" h="178">
                  <a:moveTo>
                    <a:pt x="130" y="1"/>
                  </a:moveTo>
                  <a:lnTo>
                    <a:pt x="130" y="1"/>
                  </a:lnTo>
                  <a:cubicBezTo>
                    <a:pt x="101" y="1"/>
                    <a:pt x="72" y="23"/>
                    <a:pt x="59" y="40"/>
                  </a:cubicBezTo>
                  <a:lnTo>
                    <a:pt x="59" y="0"/>
                  </a:lnTo>
                  <a:lnTo>
                    <a:pt x="12" y="4"/>
                  </a:lnTo>
                  <a:lnTo>
                    <a:pt x="8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8" y="16"/>
                  </a:cubicBezTo>
                  <a:cubicBezTo>
                    <a:pt x="18" y="17"/>
                    <a:pt x="19" y="21"/>
                    <a:pt x="19" y="43"/>
                  </a:cubicBezTo>
                  <a:lnTo>
                    <a:pt x="19" y="177"/>
                  </a:lnTo>
                  <a:cubicBezTo>
                    <a:pt x="25" y="177"/>
                    <a:pt x="32" y="176"/>
                    <a:pt x="39" y="176"/>
                  </a:cubicBezTo>
                  <a:cubicBezTo>
                    <a:pt x="47" y="176"/>
                    <a:pt x="53" y="177"/>
                    <a:pt x="59" y="177"/>
                  </a:cubicBezTo>
                  <a:lnTo>
                    <a:pt x="59" y="80"/>
                  </a:lnTo>
                  <a:cubicBezTo>
                    <a:pt x="59" y="73"/>
                    <a:pt x="62" y="66"/>
                    <a:pt x="65" y="62"/>
                  </a:cubicBezTo>
                  <a:cubicBezTo>
                    <a:pt x="73" y="50"/>
                    <a:pt x="91" y="29"/>
                    <a:pt x="114" y="29"/>
                  </a:cubicBezTo>
                  <a:cubicBezTo>
                    <a:pt x="135" y="29"/>
                    <a:pt x="142" y="39"/>
                    <a:pt x="142" y="75"/>
                  </a:cubicBezTo>
                  <a:lnTo>
                    <a:pt x="142" y="178"/>
                  </a:lnTo>
                  <a:cubicBezTo>
                    <a:pt x="149" y="177"/>
                    <a:pt x="154" y="176"/>
                    <a:pt x="163" y="176"/>
                  </a:cubicBezTo>
                  <a:cubicBezTo>
                    <a:pt x="172" y="176"/>
                    <a:pt x="177" y="177"/>
                    <a:pt x="182" y="178"/>
                  </a:cubicBezTo>
                  <a:lnTo>
                    <a:pt x="182" y="58"/>
                  </a:lnTo>
                  <a:cubicBezTo>
                    <a:pt x="182" y="24"/>
                    <a:pt x="164" y="1"/>
                    <a:pt x="13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xmlns="" id="{68DCE117-7ADD-4751-95CC-47A8A45A7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2917"/>
              <a:ext cx="164" cy="170"/>
            </a:xfrm>
            <a:custGeom>
              <a:avLst/>
              <a:gdLst>
                <a:gd name="T0" fmla="*/ 270 w 272"/>
                <a:gd name="T1" fmla="*/ 142 h 274"/>
                <a:gd name="T2" fmla="*/ 270 w 272"/>
                <a:gd name="T3" fmla="*/ 142 h 274"/>
                <a:gd name="T4" fmla="*/ 221 w 272"/>
                <a:gd name="T5" fmla="*/ 144 h 274"/>
                <a:gd name="T6" fmla="*/ 191 w 272"/>
                <a:gd name="T7" fmla="*/ 144 h 274"/>
                <a:gd name="T8" fmla="*/ 184 w 272"/>
                <a:gd name="T9" fmla="*/ 149 h 274"/>
                <a:gd name="T10" fmla="*/ 192 w 272"/>
                <a:gd name="T11" fmla="*/ 155 h 274"/>
                <a:gd name="T12" fmla="*/ 221 w 272"/>
                <a:gd name="T13" fmla="*/ 172 h 274"/>
                <a:gd name="T14" fmla="*/ 224 w 272"/>
                <a:gd name="T15" fmla="*/ 208 h 274"/>
                <a:gd name="T16" fmla="*/ 152 w 272"/>
                <a:gd name="T17" fmla="*/ 252 h 274"/>
                <a:gd name="T18" fmla="*/ 55 w 272"/>
                <a:gd name="T19" fmla="*/ 136 h 274"/>
                <a:gd name="T20" fmla="*/ 153 w 272"/>
                <a:gd name="T21" fmla="*/ 23 h 274"/>
                <a:gd name="T22" fmla="*/ 258 w 272"/>
                <a:gd name="T23" fmla="*/ 88 h 274"/>
                <a:gd name="T24" fmla="*/ 266 w 272"/>
                <a:gd name="T25" fmla="*/ 95 h 274"/>
                <a:gd name="T26" fmla="*/ 272 w 272"/>
                <a:gd name="T27" fmla="*/ 89 h 274"/>
                <a:gd name="T28" fmla="*/ 271 w 272"/>
                <a:gd name="T29" fmla="*/ 82 h 274"/>
                <a:gd name="T30" fmla="*/ 268 w 272"/>
                <a:gd name="T31" fmla="*/ 53 h 274"/>
                <a:gd name="T32" fmla="*/ 265 w 272"/>
                <a:gd name="T33" fmla="*/ 24 h 274"/>
                <a:gd name="T34" fmla="*/ 152 w 272"/>
                <a:gd name="T35" fmla="*/ 0 h 274"/>
                <a:gd name="T36" fmla="*/ 39 w 272"/>
                <a:gd name="T37" fmla="*/ 42 h 274"/>
                <a:gd name="T38" fmla="*/ 0 w 272"/>
                <a:gd name="T39" fmla="*/ 142 h 274"/>
                <a:gd name="T40" fmla="*/ 19 w 272"/>
                <a:gd name="T41" fmla="*/ 212 h 274"/>
                <a:gd name="T42" fmla="*/ 71 w 272"/>
                <a:gd name="T43" fmla="*/ 258 h 274"/>
                <a:gd name="T44" fmla="*/ 145 w 272"/>
                <a:gd name="T45" fmla="*/ 274 h 274"/>
                <a:gd name="T46" fmla="*/ 194 w 272"/>
                <a:gd name="T47" fmla="*/ 268 h 274"/>
                <a:gd name="T48" fmla="*/ 242 w 272"/>
                <a:gd name="T49" fmla="*/ 250 h 274"/>
                <a:gd name="T50" fmla="*/ 266 w 272"/>
                <a:gd name="T51" fmla="*/ 236 h 274"/>
                <a:gd name="T52" fmla="*/ 267 w 272"/>
                <a:gd name="T53" fmla="*/ 222 h 274"/>
                <a:gd name="T54" fmla="*/ 270 w 272"/>
                <a:gd name="T55" fmla="*/ 14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2" h="274">
                  <a:moveTo>
                    <a:pt x="270" y="142"/>
                  </a:moveTo>
                  <a:lnTo>
                    <a:pt x="270" y="142"/>
                  </a:lnTo>
                  <a:lnTo>
                    <a:pt x="221" y="144"/>
                  </a:lnTo>
                  <a:lnTo>
                    <a:pt x="191" y="144"/>
                  </a:lnTo>
                  <a:cubicBezTo>
                    <a:pt x="186" y="144"/>
                    <a:pt x="184" y="146"/>
                    <a:pt x="184" y="149"/>
                  </a:cubicBezTo>
                  <a:cubicBezTo>
                    <a:pt x="184" y="153"/>
                    <a:pt x="187" y="155"/>
                    <a:pt x="192" y="155"/>
                  </a:cubicBezTo>
                  <a:cubicBezTo>
                    <a:pt x="211" y="157"/>
                    <a:pt x="216" y="161"/>
                    <a:pt x="221" y="172"/>
                  </a:cubicBezTo>
                  <a:cubicBezTo>
                    <a:pt x="223" y="178"/>
                    <a:pt x="224" y="187"/>
                    <a:pt x="224" y="208"/>
                  </a:cubicBezTo>
                  <a:cubicBezTo>
                    <a:pt x="224" y="228"/>
                    <a:pt x="197" y="252"/>
                    <a:pt x="152" y="252"/>
                  </a:cubicBezTo>
                  <a:cubicBezTo>
                    <a:pt x="101" y="252"/>
                    <a:pt x="55" y="206"/>
                    <a:pt x="55" y="136"/>
                  </a:cubicBezTo>
                  <a:cubicBezTo>
                    <a:pt x="55" y="60"/>
                    <a:pt x="104" y="23"/>
                    <a:pt x="153" y="23"/>
                  </a:cubicBezTo>
                  <a:cubicBezTo>
                    <a:pt x="208" y="23"/>
                    <a:pt x="240" y="50"/>
                    <a:pt x="258" y="88"/>
                  </a:cubicBezTo>
                  <a:cubicBezTo>
                    <a:pt x="260" y="93"/>
                    <a:pt x="263" y="95"/>
                    <a:pt x="266" y="95"/>
                  </a:cubicBezTo>
                  <a:cubicBezTo>
                    <a:pt x="270" y="95"/>
                    <a:pt x="272" y="93"/>
                    <a:pt x="272" y="89"/>
                  </a:cubicBezTo>
                  <a:cubicBezTo>
                    <a:pt x="272" y="87"/>
                    <a:pt x="271" y="85"/>
                    <a:pt x="271" y="82"/>
                  </a:cubicBezTo>
                  <a:cubicBezTo>
                    <a:pt x="271" y="82"/>
                    <a:pt x="269" y="56"/>
                    <a:pt x="268" y="53"/>
                  </a:cubicBezTo>
                  <a:cubicBezTo>
                    <a:pt x="267" y="44"/>
                    <a:pt x="265" y="24"/>
                    <a:pt x="265" y="24"/>
                  </a:cubicBezTo>
                  <a:cubicBezTo>
                    <a:pt x="265" y="24"/>
                    <a:pt x="218" y="0"/>
                    <a:pt x="152" y="0"/>
                  </a:cubicBezTo>
                  <a:cubicBezTo>
                    <a:pt x="106" y="0"/>
                    <a:pt x="66" y="14"/>
                    <a:pt x="39" y="42"/>
                  </a:cubicBezTo>
                  <a:cubicBezTo>
                    <a:pt x="13" y="70"/>
                    <a:pt x="0" y="103"/>
                    <a:pt x="0" y="142"/>
                  </a:cubicBezTo>
                  <a:cubicBezTo>
                    <a:pt x="0" y="169"/>
                    <a:pt x="6" y="192"/>
                    <a:pt x="19" y="212"/>
                  </a:cubicBezTo>
                  <a:cubicBezTo>
                    <a:pt x="32" y="232"/>
                    <a:pt x="50" y="247"/>
                    <a:pt x="71" y="258"/>
                  </a:cubicBezTo>
                  <a:cubicBezTo>
                    <a:pt x="93" y="268"/>
                    <a:pt x="118" y="274"/>
                    <a:pt x="145" y="274"/>
                  </a:cubicBezTo>
                  <a:cubicBezTo>
                    <a:pt x="161" y="274"/>
                    <a:pt x="178" y="272"/>
                    <a:pt x="194" y="268"/>
                  </a:cubicBezTo>
                  <a:cubicBezTo>
                    <a:pt x="211" y="264"/>
                    <a:pt x="227" y="258"/>
                    <a:pt x="242" y="250"/>
                  </a:cubicBezTo>
                  <a:cubicBezTo>
                    <a:pt x="258" y="242"/>
                    <a:pt x="266" y="237"/>
                    <a:pt x="266" y="236"/>
                  </a:cubicBezTo>
                  <a:cubicBezTo>
                    <a:pt x="266" y="235"/>
                    <a:pt x="266" y="231"/>
                    <a:pt x="267" y="222"/>
                  </a:cubicBezTo>
                  <a:cubicBezTo>
                    <a:pt x="268" y="185"/>
                    <a:pt x="270" y="142"/>
                    <a:pt x="270" y="14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xmlns="" id="{026165B1-574D-413D-88E4-AA74FE6CF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4" y="2973"/>
              <a:ext cx="124" cy="178"/>
            </a:xfrm>
            <a:custGeom>
              <a:avLst/>
              <a:gdLst>
                <a:gd name="T0" fmla="*/ 92 w 207"/>
                <a:gd name="T1" fmla="*/ 110 h 287"/>
                <a:gd name="T2" fmla="*/ 92 w 207"/>
                <a:gd name="T3" fmla="*/ 110 h 287"/>
                <a:gd name="T4" fmla="*/ 54 w 207"/>
                <a:gd name="T5" fmla="*/ 63 h 287"/>
                <a:gd name="T6" fmla="*/ 86 w 207"/>
                <a:gd name="T7" fmla="*/ 21 h 287"/>
                <a:gd name="T8" fmla="*/ 121 w 207"/>
                <a:gd name="T9" fmla="*/ 68 h 287"/>
                <a:gd name="T10" fmla="*/ 92 w 207"/>
                <a:gd name="T11" fmla="*/ 110 h 287"/>
                <a:gd name="T12" fmla="*/ 104 w 207"/>
                <a:gd name="T13" fmla="*/ 195 h 287"/>
                <a:gd name="T14" fmla="*/ 104 w 207"/>
                <a:gd name="T15" fmla="*/ 195 h 287"/>
                <a:gd name="T16" fmla="*/ 164 w 207"/>
                <a:gd name="T17" fmla="*/ 224 h 287"/>
                <a:gd name="T18" fmla="*/ 90 w 207"/>
                <a:gd name="T19" fmla="*/ 263 h 287"/>
                <a:gd name="T20" fmla="*/ 34 w 207"/>
                <a:gd name="T21" fmla="*/ 233 h 287"/>
                <a:gd name="T22" fmla="*/ 104 w 207"/>
                <a:gd name="T23" fmla="*/ 195 h 287"/>
                <a:gd name="T24" fmla="*/ 186 w 207"/>
                <a:gd name="T25" fmla="*/ 0 h 287"/>
                <a:gd name="T26" fmla="*/ 186 w 207"/>
                <a:gd name="T27" fmla="*/ 0 h 287"/>
                <a:gd name="T28" fmla="*/ 145 w 207"/>
                <a:gd name="T29" fmla="*/ 21 h 287"/>
                <a:gd name="T30" fmla="*/ 93 w 207"/>
                <a:gd name="T31" fmla="*/ 2 h 287"/>
                <a:gd name="T32" fmla="*/ 13 w 207"/>
                <a:gd name="T33" fmla="*/ 68 h 287"/>
                <a:gd name="T34" fmla="*/ 47 w 207"/>
                <a:gd name="T35" fmla="*/ 120 h 287"/>
                <a:gd name="T36" fmla="*/ 18 w 207"/>
                <a:gd name="T37" fmla="*/ 153 h 287"/>
                <a:gd name="T38" fmla="*/ 49 w 207"/>
                <a:gd name="T39" fmla="*/ 187 h 287"/>
                <a:gd name="T40" fmla="*/ 0 w 207"/>
                <a:gd name="T41" fmla="*/ 238 h 287"/>
                <a:gd name="T42" fmla="*/ 81 w 207"/>
                <a:gd name="T43" fmla="*/ 287 h 287"/>
                <a:gd name="T44" fmla="*/ 194 w 207"/>
                <a:gd name="T45" fmla="*/ 212 h 287"/>
                <a:gd name="T46" fmla="*/ 119 w 207"/>
                <a:gd name="T47" fmla="*/ 167 h 287"/>
                <a:gd name="T48" fmla="*/ 49 w 207"/>
                <a:gd name="T49" fmla="*/ 150 h 287"/>
                <a:gd name="T50" fmla="*/ 83 w 207"/>
                <a:gd name="T51" fmla="*/ 129 h 287"/>
                <a:gd name="T52" fmla="*/ 126 w 207"/>
                <a:gd name="T53" fmla="*/ 120 h 287"/>
                <a:gd name="T54" fmla="*/ 163 w 207"/>
                <a:gd name="T55" fmla="*/ 63 h 287"/>
                <a:gd name="T56" fmla="*/ 154 w 207"/>
                <a:gd name="T57" fmla="*/ 32 h 287"/>
                <a:gd name="T58" fmla="*/ 166 w 207"/>
                <a:gd name="T59" fmla="*/ 27 h 287"/>
                <a:gd name="T60" fmla="*/ 197 w 207"/>
                <a:gd name="T61" fmla="*/ 21 h 287"/>
                <a:gd name="T62" fmla="*/ 206 w 207"/>
                <a:gd name="T63" fmla="*/ 11 h 287"/>
                <a:gd name="T64" fmla="*/ 186 w 207"/>
                <a:gd name="T65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7" h="287">
                  <a:moveTo>
                    <a:pt x="92" y="110"/>
                  </a:moveTo>
                  <a:lnTo>
                    <a:pt x="92" y="110"/>
                  </a:lnTo>
                  <a:cubicBezTo>
                    <a:pt x="73" y="110"/>
                    <a:pt x="54" y="94"/>
                    <a:pt x="54" y="63"/>
                  </a:cubicBezTo>
                  <a:cubicBezTo>
                    <a:pt x="54" y="37"/>
                    <a:pt x="66" y="21"/>
                    <a:pt x="86" y="21"/>
                  </a:cubicBezTo>
                  <a:cubicBezTo>
                    <a:pt x="105" y="21"/>
                    <a:pt x="121" y="38"/>
                    <a:pt x="121" y="68"/>
                  </a:cubicBezTo>
                  <a:cubicBezTo>
                    <a:pt x="121" y="94"/>
                    <a:pt x="111" y="110"/>
                    <a:pt x="92" y="110"/>
                  </a:cubicBezTo>
                  <a:close/>
                  <a:moveTo>
                    <a:pt x="104" y="195"/>
                  </a:moveTo>
                  <a:lnTo>
                    <a:pt x="104" y="195"/>
                  </a:lnTo>
                  <a:cubicBezTo>
                    <a:pt x="142" y="195"/>
                    <a:pt x="164" y="206"/>
                    <a:pt x="164" y="224"/>
                  </a:cubicBezTo>
                  <a:cubicBezTo>
                    <a:pt x="164" y="243"/>
                    <a:pt x="135" y="263"/>
                    <a:pt x="90" y="263"/>
                  </a:cubicBezTo>
                  <a:cubicBezTo>
                    <a:pt x="58" y="263"/>
                    <a:pt x="34" y="252"/>
                    <a:pt x="34" y="233"/>
                  </a:cubicBezTo>
                  <a:cubicBezTo>
                    <a:pt x="34" y="212"/>
                    <a:pt x="61" y="195"/>
                    <a:pt x="104" y="195"/>
                  </a:cubicBezTo>
                  <a:close/>
                  <a:moveTo>
                    <a:pt x="186" y="0"/>
                  </a:moveTo>
                  <a:lnTo>
                    <a:pt x="186" y="0"/>
                  </a:lnTo>
                  <a:cubicBezTo>
                    <a:pt x="175" y="0"/>
                    <a:pt x="161" y="7"/>
                    <a:pt x="145" y="21"/>
                  </a:cubicBezTo>
                  <a:cubicBezTo>
                    <a:pt x="133" y="9"/>
                    <a:pt x="115" y="2"/>
                    <a:pt x="93" y="2"/>
                  </a:cubicBezTo>
                  <a:cubicBezTo>
                    <a:pt x="51" y="2"/>
                    <a:pt x="13" y="25"/>
                    <a:pt x="13" y="68"/>
                  </a:cubicBezTo>
                  <a:cubicBezTo>
                    <a:pt x="13" y="94"/>
                    <a:pt x="27" y="111"/>
                    <a:pt x="47" y="120"/>
                  </a:cubicBezTo>
                  <a:cubicBezTo>
                    <a:pt x="32" y="126"/>
                    <a:pt x="18" y="137"/>
                    <a:pt x="18" y="153"/>
                  </a:cubicBezTo>
                  <a:cubicBezTo>
                    <a:pt x="18" y="169"/>
                    <a:pt x="30" y="181"/>
                    <a:pt x="49" y="187"/>
                  </a:cubicBezTo>
                  <a:cubicBezTo>
                    <a:pt x="17" y="199"/>
                    <a:pt x="0" y="216"/>
                    <a:pt x="0" y="238"/>
                  </a:cubicBezTo>
                  <a:cubicBezTo>
                    <a:pt x="0" y="260"/>
                    <a:pt x="18" y="287"/>
                    <a:pt x="81" y="287"/>
                  </a:cubicBezTo>
                  <a:cubicBezTo>
                    <a:pt x="145" y="287"/>
                    <a:pt x="194" y="259"/>
                    <a:pt x="194" y="212"/>
                  </a:cubicBezTo>
                  <a:cubicBezTo>
                    <a:pt x="194" y="187"/>
                    <a:pt x="168" y="167"/>
                    <a:pt x="119" y="167"/>
                  </a:cubicBezTo>
                  <a:cubicBezTo>
                    <a:pt x="63" y="166"/>
                    <a:pt x="49" y="161"/>
                    <a:pt x="49" y="150"/>
                  </a:cubicBezTo>
                  <a:cubicBezTo>
                    <a:pt x="49" y="139"/>
                    <a:pt x="57" y="132"/>
                    <a:pt x="83" y="129"/>
                  </a:cubicBezTo>
                  <a:cubicBezTo>
                    <a:pt x="101" y="128"/>
                    <a:pt x="116" y="125"/>
                    <a:pt x="126" y="120"/>
                  </a:cubicBezTo>
                  <a:cubicBezTo>
                    <a:pt x="149" y="110"/>
                    <a:pt x="163" y="91"/>
                    <a:pt x="163" y="63"/>
                  </a:cubicBezTo>
                  <a:cubicBezTo>
                    <a:pt x="163" y="52"/>
                    <a:pt x="160" y="42"/>
                    <a:pt x="154" y="32"/>
                  </a:cubicBezTo>
                  <a:cubicBezTo>
                    <a:pt x="158" y="30"/>
                    <a:pt x="163" y="28"/>
                    <a:pt x="166" y="27"/>
                  </a:cubicBezTo>
                  <a:cubicBezTo>
                    <a:pt x="174" y="24"/>
                    <a:pt x="185" y="21"/>
                    <a:pt x="197" y="21"/>
                  </a:cubicBezTo>
                  <a:cubicBezTo>
                    <a:pt x="207" y="21"/>
                    <a:pt x="206" y="21"/>
                    <a:pt x="206" y="11"/>
                  </a:cubicBezTo>
                  <a:cubicBezTo>
                    <a:pt x="206" y="0"/>
                    <a:pt x="206" y="0"/>
                    <a:pt x="18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xmlns="" id="{F5E21C43-18FB-43FD-9D7A-87E0D0BDBE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83" y="2942"/>
              <a:ext cx="87" cy="144"/>
            </a:xfrm>
            <a:custGeom>
              <a:avLst/>
              <a:gdLst>
                <a:gd name="T0" fmla="*/ 77 w 146"/>
                <a:gd name="T1" fmla="*/ 56 h 232"/>
                <a:gd name="T2" fmla="*/ 77 w 146"/>
                <a:gd name="T3" fmla="*/ 56 h 232"/>
                <a:gd name="T4" fmla="*/ 129 w 146"/>
                <a:gd name="T5" fmla="*/ 56 h 232"/>
                <a:gd name="T6" fmla="*/ 140 w 146"/>
                <a:gd name="T7" fmla="*/ 64 h 232"/>
                <a:gd name="T8" fmla="*/ 129 w 146"/>
                <a:gd name="T9" fmla="*/ 73 h 232"/>
                <a:gd name="T10" fmla="*/ 77 w 146"/>
                <a:gd name="T11" fmla="*/ 73 h 232"/>
                <a:gd name="T12" fmla="*/ 77 w 146"/>
                <a:gd name="T13" fmla="*/ 165 h 232"/>
                <a:gd name="T14" fmla="*/ 79 w 146"/>
                <a:gd name="T15" fmla="*/ 190 h 232"/>
                <a:gd name="T16" fmla="*/ 89 w 146"/>
                <a:gd name="T17" fmla="*/ 203 h 232"/>
                <a:gd name="T18" fmla="*/ 111 w 146"/>
                <a:gd name="T19" fmla="*/ 209 h 232"/>
                <a:gd name="T20" fmla="*/ 138 w 146"/>
                <a:gd name="T21" fmla="*/ 204 h 232"/>
                <a:gd name="T22" fmla="*/ 142 w 146"/>
                <a:gd name="T23" fmla="*/ 202 h 232"/>
                <a:gd name="T24" fmla="*/ 146 w 146"/>
                <a:gd name="T25" fmla="*/ 206 h 232"/>
                <a:gd name="T26" fmla="*/ 130 w 146"/>
                <a:gd name="T27" fmla="*/ 222 h 232"/>
                <a:gd name="T28" fmla="*/ 92 w 146"/>
                <a:gd name="T29" fmla="*/ 232 h 232"/>
                <a:gd name="T30" fmla="*/ 37 w 146"/>
                <a:gd name="T31" fmla="*/ 175 h 232"/>
                <a:gd name="T32" fmla="*/ 37 w 146"/>
                <a:gd name="T33" fmla="*/ 73 h 232"/>
                <a:gd name="T34" fmla="*/ 8 w 146"/>
                <a:gd name="T35" fmla="*/ 73 h 232"/>
                <a:gd name="T36" fmla="*/ 0 w 146"/>
                <a:gd name="T37" fmla="*/ 67 h 232"/>
                <a:gd name="T38" fmla="*/ 6 w 146"/>
                <a:gd name="T39" fmla="*/ 61 h 232"/>
                <a:gd name="T40" fmla="*/ 67 w 146"/>
                <a:gd name="T41" fmla="*/ 6 h 232"/>
                <a:gd name="T42" fmla="*/ 73 w 146"/>
                <a:gd name="T43" fmla="*/ 0 h 232"/>
                <a:gd name="T44" fmla="*/ 77 w 146"/>
                <a:gd name="T45" fmla="*/ 9 h 232"/>
                <a:gd name="T46" fmla="*/ 77 w 146"/>
                <a:gd name="T47" fmla="*/ 5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" h="232">
                  <a:moveTo>
                    <a:pt x="77" y="56"/>
                  </a:moveTo>
                  <a:lnTo>
                    <a:pt x="77" y="56"/>
                  </a:lnTo>
                  <a:lnTo>
                    <a:pt x="129" y="56"/>
                  </a:lnTo>
                  <a:cubicBezTo>
                    <a:pt x="134" y="56"/>
                    <a:pt x="140" y="58"/>
                    <a:pt x="140" y="64"/>
                  </a:cubicBezTo>
                  <a:cubicBezTo>
                    <a:pt x="140" y="70"/>
                    <a:pt x="135" y="73"/>
                    <a:pt x="129" y="73"/>
                  </a:cubicBezTo>
                  <a:lnTo>
                    <a:pt x="77" y="73"/>
                  </a:lnTo>
                  <a:lnTo>
                    <a:pt x="77" y="165"/>
                  </a:lnTo>
                  <a:cubicBezTo>
                    <a:pt x="77" y="178"/>
                    <a:pt x="78" y="185"/>
                    <a:pt x="79" y="190"/>
                  </a:cubicBezTo>
                  <a:cubicBezTo>
                    <a:pt x="81" y="195"/>
                    <a:pt x="84" y="200"/>
                    <a:pt x="89" y="203"/>
                  </a:cubicBezTo>
                  <a:cubicBezTo>
                    <a:pt x="94" y="207"/>
                    <a:pt x="103" y="209"/>
                    <a:pt x="111" y="209"/>
                  </a:cubicBezTo>
                  <a:cubicBezTo>
                    <a:pt x="124" y="209"/>
                    <a:pt x="133" y="207"/>
                    <a:pt x="138" y="204"/>
                  </a:cubicBezTo>
                  <a:cubicBezTo>
                    <a:pt x="140" y="203"/>
                    <a:pt x="141" y="202"/>
                    <a:pt x="142" y="202"/>
                  </a:cubicBezTo>
                  <a:cubicBezTo>
                    <a:pt x="145" y="202"/>
                    <a:pt x="146" y="204"/>
                    <a:pt x="146" y="206"/>
                  </a:cubicBezTo>
                  <a:cubicBezTo>
                    <a:pt x="146" y="210"/>
                    <a:pt x="141" y="216"/>
                    <a:pt x="130" y="222"/>
                  </a:cubicBezTo>
                  <a:cubicBezTo>
                    <a:pt x="119" y="229"/>
                    <a:pt x="106" y="232"/>
                    <a:pt x="92" y="232"/>
                  </a:cubicBezTo>
                  <a:cubicBezTo>
                    <a:pt x="55" y="232"/>
                    <a:pt x="37" y="213"/>
                    <a:pt x="37" y="175"/>
                  </a:cubicBezTo>
                  <a:lnTo>
                    <a:pt x="37" y="73"/>
                  </a:lnTo>
                  <a:lnTo>
                    <a:pt x="8" y="73"/>
                  </a:lnTo>
                  <a:cubicBezTo>
                    <a:pt x="3" y="73"/>
                    <a:pt x="0" y="70"/>
                    <a:pt x="0" y="67"/>
                  </a:cubicBezTo>
                  <a:cubicBezTo>
                    <a:pt x="0" y="65"/>
                    <a:pt x="2" y="63"/>
                    <a:pt x="6" y="61"/>
                  </a:cubicBezTo>
                  <a:cubicBezTo>
                    <a:pt x="34" y="52"/>
                    <a:pt x="57" y="32"/>
                    <a:pt x="67" y="6"/>
                  </a:cubicBezTo>
                  <a:cubicBezTo>
                    <a:pt x="68" y="2"/>
                    <a:pt x="70" y="0"/>
                    <a:pt x="73" y="0"/>
                  </a:cubicBezTo>
                  <a:cubicBezTo>
                    <a:pt x="76" y="0"/>
                    <a:pt x="77" y="3"/>
                    <a:pt x="77" y="9"/>
                  </a:cubicBezTo>
                  <a:lnTo>
                    <a:pt x="77" y="5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</p:grp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xmlns="" id="{3C9ECE1B-8321-274F-82DE-3FEDF90909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80" t="16649" r="49383" b="14501"/>
          <a:stretch/>
        </p:blipFill>
        <p:spPr>
          <a:xfrm>
            <a:off x="8184232" y="1196752"/>
            <a:ext cx="2620897" cy="4721787"/>
          </a:xfrm>
          <a:custGeom>
            <a:avLst/>
            <a:gdLst>
              <a:gd name="connsiteX0" fmla="*/ 2577931 w 2620897"/>
              <a:gd name="connsiteY0" fmla="*/ 0 h 4721787"/>
              <a:gd name="connsiteX1" fmla="*/ 2620897 w 2620897"/>
              <a:gd name="connsiteY1" fmla="*/ 4721787 h 4721787"/>
              <a:gd name="connsiteX2" fmla="*/ 37726 w 2620897"/>
              <a:gd name="connsiteY2" fmla="*/ 3315721 h 4721787"/>
              <a:gd name="connsiteX3" fmla="*/ 0 w 2620897"/>
              <a:gd name="connsiteY3" fmla="*/ 1313934 h 472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0897" h="4721787">
                <a:moveTo>
                  <a:pt x="2577931" y="0"/>
                </a:moveTo>
                <a:lnTo>
                  <a:pt x="2620897" y="4721787"/>
                </a:lnTo>
                <a:lnTo>
                  <a:pt x="37726" y="3315721"/>
                </a:lnTo>
                <a:lnTo>
                  <a:pt x="0" y="131393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869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>
          <p15:clr>
            <a:srgbClr val="FBAE40"/>
          </p15:clr>
        </p15:guide>
        <p15:guide id="2" pos="4702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8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ue_Titl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xmlns="" id="{BA954D18-172B-4358-BF3D-24D7749B5E5D}"/>
              </a:ext>
            </a:extLst>
          </p:cNvPr>
          <p:cNvSpPr>
            <a:spLocks/>
          </p:cNvSpPr>
          <p:nvPr/>
        </p:nvSpPr>
        <p:spPr bwMode="auto">
          <a:xfrm>
            <a:off x="8158975" y="1032256"/>
            <a:ext cx="2794812" cy="5144400"/>
          </a:xfrm>
          <a:custGeom>
            <a:avLst/>
            <a:gdLst>
              <a:gd name="connsiteX0" fmla="*/ 2602279 w 2794812"/>
              <a:gd name="connsiteY0" fmla="*/ 165219 h 5144400"/>
              <a:gd name="connsiteX1" fmla="*/ 24348 w 2794812"/>
              <a:gd name="connsiteY1" fmla="*/ 1479153 h 5144400"/>
              <a:gd name="connsiteX2" fmla="*/ 62074 w 2794812"/>
              <a:gd name="connsiteY2" fmla="*/ 3480940 h 5144400"/>
              <a:gd name="connsiteX3" fmla="*/ 2645245 w 2794812"/>
              <a:gd name="connsiteY3" fmla="*/ 4887006 h 5144400"/>
              <a:gd name="connsiteX4" fmla="*/ 2701547 w 2794812"/>
              <a:gd name="connsiteY4" fmla="*/ 0 h 5144400"/>
              <a:gd name="connsiteX5" fmla="*/ 2794812 w 2794812"/>
              <a:gd name="connsiteY5" fmla="*/ 5144400 h 5144400"/>
              <a:gd name="connsiteX6" fmla="*/ 24102 w 2794812"/>
              <a:gd name="connsiteY6" fmla="*/ 3502882 h 5144400"/>
              <a:gd name="connsiteX7" fmla="*/ 0 w 2794812"/>
              <a:gd name="connsiteY7" fmla="*/ 1463547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94812" h="5144400">
                <a:moveTo>
                  <a:pt x="2602279" y="165219"/>
                </a:moveTo>
                <a:lnTo>
                  <a:pt x="24348" y="1479153"/>
                </a:lnTo>
                <a:lnTo>
                  <a:pt x="62074" y="3480940"/>
                </a:lnTo>
                <a:lnTo>
                  <a:pt x="2645245" y="4887006"/>
                </a:lnTo>
                <a:close/>
                <a:moveTo>
                  <a:pt x="2701547" y="0"/>
                </a:moveTo>
                <a:lnTo>
                  <a:pt x="2794812" y="5144400"/>
                </a:lnTo>
                <a:lnTo>
                  <a:pt x="24102" y="3502882"/>
                </a:lnTo>
                <a:lnTo>
                  <a:pt x="0" y="1463547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24" tIns="45718" rIns="91424" bIns="45718" numCol="1" anchor="t" anchorCtr="0" compatLnSpc="1">
            <a:prstTxWarp prst="textNoShape">
              <a:avLst/>
            </a:prstTxWarp>
            <a:noAutofit/>
          </a:bodyPr>
          <a:lstStyle/>
          <a:p>
            <a:pPr defTabSz="1028441"/>
            <a:endParaRPr lang="en-GB" sz="2000">
              <a:solidFill>
                <a:prstClr val="black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ACDB60-C0C4-46DB-B55F-524A70E4178A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695325" y="3213103"/>
            <a:ext cx="6745275" cy="270844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</a:defRPr>
            </a:lvl1pPr>
            <a:lvl2pPr marL="457107" indent="0" algn="ctr">
              <a:buNone/>
              <a:defRPr sz="2000"/>
            </a:lvl2pPr>
            <a:lvl3pPr marL="914218" indent="0" algn="ctr">
              <a:buNone/>
              <a:defRPr sz="1900"/>
            </a:lvl3pPr>
            <a:lvl4pPr marL="1371328" indent="0" algn="ctr">
              <a:buNone/>
              <a:defRPr sz="1600"/>
            </a:lvl4pPr>
            <a:lvl5pPr marL="1828437" indent="0" algn="ctr">
              <a:buNone/>
              <a:defRPr sz="1600"/>
            </a:lvl5pPr>
            <a:lvl6pPr marL="2285550" indent="0" algn="ctr">
              <a:buNone/>
              <a:defRPr sz="1600"/>
            </a:lvl6pPr>
            <a:lvl7pPr marL="2742654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093C2D3F-14E1-4EF5-A433-1A51AD10A04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95325" y="2605755"/>
            <a:ext cx="6745275" cy="391455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6C93341-39E1-4BB1-A0CF-D8457F95AC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grpSp>
        <p:nvGrpSpPr>
          <p:cNvPr id="2" name="Group 4">
            <a:extLst>
              <a:ext uri="{FF2B5EF4-FFF2-40B4-BE49-F238E27FC236}">
                <a16:creationId xmlns:a16="http://schemas.microsoft.com/office/drawing/2014/main" xmlns="" id="{FC2E0462-1311-4AC3-9BE2-6AC94022502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19400" y="6571482"/>
            <a:ext cx="1728000" cy="147263"/>
            <a:chOff x="855" y="2914"/>
            <a:chExt cx="2781" cy="237"/>
          </a:xfrm>
          <a:solidFill>
            <a:schemeClr val="tx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xmlns="" id="{1D1A6118-9C25-446C-A86A-B12B5035C2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93" y="2974"/>
              <a:ext cx="121" cy="175"/>
            </a:xfrm>
            <a:custGeom>
              <a:avLst/>
              <a:gdLst>
                <a:gd name="T0" fmla="*/ 111 w 201"/>
                <a:gd name="T1" fmla="*/ 157 h 282"/>
                <a:gd name="T2" fmla="*/ 111 w 201"/>
                <a:gd name="T3" fmla="*/ 157 h 282"/>
                <a:gd name="T4" fmla="*/ 71 w 201"/>
                <a:gd name="T5" fmla="*/ 140 h 282"/>
                <a:gd name="T6" fmla="*/ 65 w 201"/>
                <a:gd name="T7" fmla="*/ 116 h 282"/>
                <a:gd name="T8" fmla="*/ 65 w 201"/>
                <a:gd name="T9" fmla="*/ 67 h 282"/>
                <a:gd name="T10" fmla="*/ 70 w 201"/>
                <a:gd name="T11" fmla="*/ 49 h 282"/>
                <a:gd name="T12" fmla="*/ 113 w 201"/>
                <a:gd name="T13" fmla="*/ 26 h 282"/>
                <a:gd name="T14" fmla="*/ 159 w 201"/>
                <a:gd name="T15" fmla="*/ 95 h 282"/>
                <a:gd name="T16" fmla="*/ 111 w 201"/>
                <a:gd name="T17" fmla="*/ 157 h 282"/>
                <a:gd name="T18" fmla="*/ 122 w 201"/>
                <a:gd name="T19" fmla="*/ 2 h 282"/>
                <a:gd name="T20" fmla="*/ 122 w 201"/>
                <a:gd name="T21" fmla="*/ 2 h 282"/>
                <a:gd name="T22" fmla="*/ 65 w 201"/>
                <a:gd name="T23" fmla="*/ 27 h 282"/>
                <a:gd name="T24" fmla="*/ 65 w 201"/>
                <a:gd name="T25" fmla="*/ 0 h 282"/>
                <a:gd name="T26" fmla="*/ 13 w 201"/>
                <a:gd name="T27" fmla="*/ 4 h 282"/>
                <a:gd name="T28" fmla="*/ 9 w 201"/>
                <a:gd name="T29" fmla="*/ 5 h 282"/>
                <a:gd name="T30" fmla="*/ 0 w 201"/>
                <a:gd name="T31" fmla="*/ 10 h 282"/>
                <a:gd name="T32" fmla="*/ 9 w 201"/>
                <a:gd name="T33" fmla="*/ 16 h 282"/>
                <a:gd name="T34" fmla="*/ 24 w 201"/>
                <a:gd name="T35" fmla="*/ 43 h 282"/>
                <a:gd name="T36" fmla="*/ 24 w 201"/>
                <a:gd name="T37" fmla="*/ 282 h 282"/>
                <a:gd name="T38" fmla="*/ 44 w 201"/>
                <a:gd name="T39" fmla="*/ 281 h 282"/>
                <a:gd name="T40" fmla="*/ 65 w 201"/>
                <a:gd name="T41" fmla="*/ 282 h 282"/>
                <a:gd name="T42" fmla="*/ 65 w 201"/>
                <a:gd name="T43" fmla="*/ 165 h 282"/>
                <a:gd name="T44" fmla="*/ 88 w 201"/>
                <a:gd name="T45" fmla="*/ 176 h 282"/>
                <a:gd name="T46" fmla="*/ 113 w 201"/>
                <a:gd name="T47" fmla="*/ 179 h 282"/>
                <a:gd name="T48" fmla="*/ 201 w 201"/>
                <a:gd name="T49" fmla="*/ 90 h 282"/>
                <a:gd name="T50" fmla="*/ 122 w 201"/>
                <a:gd name="T51" fmla="*/ 2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1" h="282">
                  <a:moveTo>
                    <a:pt x="111" y="157"/>
                  </a:moveTo>
                  <a:lnTo>
                    <a:pt x="111" y="157"/>
                  </a:lnTo>
                  <a:cubicBezTo>
                    <a:pt x="89" y="157"/>
                    <a:pt x="77" y="148"/>
                    <a:pt x="71" y="140"/>
                  </a:cubicBezTo>
                  <a:cubicBezTo>
                    <a:pt x="66" y="133"/>
                    <a:pt x="65" y="123"/>
                    <a:pt x="65" y="116"/>
                  </a:cubicBezTo>
                  <a:lnTo>
                    <a:pt x="65" y="67"/>
                  </a:lnTo>
                  <a:cubicBezTo>
                    <a:pt x="65" y="60"/>
                    <a:pt x="67" y="53"/>
                    <a:pt x="70" y="49"/>
                  </a:cubicBezTo>
                  <a:cubicBezTo>
                    <a:pt x="78" y="40"/>
                    <a:pt x="95" y="26"/>
                    <a:pt x="113" y="26"/>
                  </a:cubicBezTo>
                  <a:cubicBezTo>
                    <a:pt x="139" y="26"/>
                    <a:pt x="159" y="49"/>
                    <a:pt x="159" y="95"/>
                  </a:cubicBezTo>
                  <a:cubicBezTo>
                    <a:pt x="159" y="134"/>
                    <a:pt x="138" y="157"/>
                    <a:pt x="111" y="157"/>
                  </a:cubicBezTo>
                  <a:close/>
                  <a:moveTo>
                    <a:pt x="122" y="2"/>
                  </a:moveTo>
                  <a:lnTo>
                    <a:pt x="122" y="2"/>
                  </a:lnTo>
                  <a:cubicBezTo>
                    <a:pt x="99" y="2"/>
                    <a:pt x="79" y="12"/>
                    <a:pt x="65" y="27"/>
                  </a:cubicBezTo>
                  <a:lnTo>
                    <a:pt x="65" y="0"/>
                  </a:lnTo>
                  <a:lnTo>
                    <a:pt x="13" y="4"/>
                  </a:lnTo>
                  <a:lnTo>
                    <a:pt x="9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9" y="16"/>
                  </a:cubicBezTo>
                  <a:cubicBezTo>
                    <a:pt x="23" y="18"/>
                    <a:pt x="24" y="22"/>
                    <a:pt x="24" y="43"/>
                  </a:cubicBezTo>
                  <a:lnTo>
                    <a:pt x="24" y="282"/>
                  </a:lnTo>
                  <a:cubicBezTo>
                    <a:pt x="32" y="281"/>
                    <a:pt x="40" y="281"/>
                    <a:pt x="44" y="281"/>
                  </a:cubicBezTo>
                  <a:cubicBezTo>
                    <a:pt x="49" y="281"/>
                    <a:pt x="57" y="281"/>
                    <a:pt x="65" y="282"/>
                  </a:cubicBezTo>
                  <a:lnTo>
                    <a:pt x="65" y="165"/>
                  </a:lnTo>
                  <a:cubicBezTo>
                    <a:pt x="72" y="170"/>
                    <a:pt x="80" y="173"/>
                    <a:pt x="88" y="176"/>
                  </a:cubicBezTo>
                  <a:cubicBezTo>
                    <a:pt x="96" y="178"/>
                    <a:pt x="104" y="179"/>
                    <a:pt x="113" y="179"/>
                  </a:cubicBezTo>
                  <a:cubicBezTo>
                    <a:pt x="165" y="179"/>
                    <a:pt x="201" y="139"/>
                    <a:pt x="201" y="90"/>
                  </a:cubicBezTo>
                  <a:cubicBezTo>
                    <a:pt x="201" y="41"/>
                    <a:pt x="170" y="2"/>
                    <a:pt x="122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xmlns="" id="{E2602317-3F10-4BF3-BDCF-7148AAC139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0" y="2975"/>
              <a:ext cx="101" cy="111"/>
            </a:xfrm>
            <a:custGeom>
              <a:avLst/>
              <a:gdLst>
                <a:gd name="T0" fmla="*/ 43 w 168"/>
                <a:gd name="T1" fmla="*/ 61 h 179"/>
                <a:gd name="T2" fmla="*/ 43 w 168"/>
                <a:gd name="T3" fmla="*/ 61 h 179"/>
                <a:gd name="T4" fmla="*/ 89 w 168"/>
                <a:gd name="T5" fmla="*/ 61 h 179"/>
                <a:gd name="T6" fmla="*/ 126 w 168"/>
                <a:gd name="T7" fmla="*/ 59 h 179"/>
                <a:gd name="T8" fmla="*/ 133 w 168"/>
                <a:gd name="T9" fmla="*/ 50 h 179"/>
                <a:gd name="T10" fmla="*/ 90 w 168"/>
                <a:gd name="T11" fmla="*/ 20 h 179"/>
                <a:gd name="T12" fmla="*/ 43 w 168"/>
                <a:gd name="T13" fmla="*/ 61 h 179"/>
                <a:gd name="T14" fmla="*/ 41 w 168"/>
                <a:gd name="T15" fmla="*/ 84 h 179"/>
                <a:gd name="T16" fmla="*/ 41 w 168"/>
                <a:gd name="T17" fmla="*/ 84 h 179"/>
                <a:gd name="T18" fmla="*/ 41 w 168"/>
                <a:gd name="T19" fmla="*/ 92 h 179"/>
                <a:gd name="T20" fmla="*/ 103 w 168"/>
                <a:gd name="T21" fmla="*/ 150 h 179"/>
                <a:gd name="T22" fmla="*/ 151 w 168"/>
                <a:gd name="T23" fmla="*/ 138 h 179"/>
                <a:gd name="T24" fmla="*/ 159 w 168"/>
                <a:gd name="T25" fmla="*/ 135 h 179"/>
                <a:gd name="T26" fmla="*/ 164 w 168"/>
                <a:gd name="T27" fmla="*/ 141 h 179"/>
                <a:gd name="T28" fmla="*/ 152 w 168"/>
                <a:gd name="T29" fmla="*/ 156 h 179"/>
                <a:gd name="T30" fmla="*/ 87 w 168"/>
                <a:gd name="T31" fmla="*/ 179 h 179"/>
                <a:gd name="T32" fmla="*/ 0 w 168"/>
                <a:gd name="T33" fmla="*/ 96 h 179"/>
                <a:gd name="T34" fmla="*/ 92 w 168"/>
                <a:gd name="T35" fmla="*/ 0 h 179"/>
                <a:gd name="T36" fmla="*/ 168 w 168"/>
                <a:gd name="T37" fmla="*/ 73 h 179"/>
                <a:gd name="T38" fmla="*/ 154 w 168"/>
                <a:gd name="T39" fmla="*/ 84 h 179"/>
                <a:gd name="T40" fmla="*/ 41 w 168"/>
                <a:gd name="T41" fmla="*/ 8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179">
                  <a:moveTo>
                    <a:pt x="43" y="61"/>
                  </a:moveTo>
                  <a:lnTo>
                    <a:pt x="43" y="61"/>
                  </a:lnTo>
                  <a:lnTo>
                    <a:pt x="89" y="61"/>
                  </a:lnTo>
                  <a:cubicBezTo>
                    <a:pt x="113" y="61"/>
                    <a:pt x="119" y="62"/>
                    <a:pt x="126" y="59"/>
                  </a:cubicBezTo>
                  <a:cubicBezTo>
                    <a:pt x="131" y="58"/>
                    <a:pt x="133" y="54"/>
                    <a:pt x="133" y="50"/>
                  </a:cubicBezTo>
                  <a:cubicBezTo>
                    <a:pt x="133" y="34"/>
                    <a:pt x="114" y="20"/>
                    <a:pt x="90" y="20"/>
                  </a:cubicBezTo>
                  <a:cubicBezTo>
                    <a:pt x="67" y="20"/>
                    <a:pt x="46" y="38"/>
                    <a:pt x="43" y="61"/>
                  </a:cubicBezTo>
                  <a:close/>
                  <a:moveTo>
                    <a:pt x="41" y="84"/>
                  </a:moveTo>
                  <a:lnTo>
                    <a:pt x="41" y="84"/>
                  </a:lnTo>
                  <a:cubicBezTo>
                    <a:pt x="41" y="88"/>
                    <a:pt x="41" y="91"/>
                    <a:pt x="41" y="92"/>
                  </a:cubicBezTo>
                  <a:cubicBezTo>
                    <a:pt x="41" y="128"/>
                    <a:pt x="64" y="150"/>
                    <a:pt x="103" y="150"/>
                  </a:cubicBezTo>
                  <a:cubicBezTo>
                    <a:pt x="126" y="150"/>
                    <a:pt x="142" y="143"/>
                    <a:pt x="151" y="138"/>
                  </a:cubicBezTo>
                  <a:cubicBezTo>
                    <a:pt x="155" y="136"/>
                    <a:pt x="158" y="135"/>
                    <a:pt x="159" y="135"/>
                  </a:cubicBezTo>
                  <a:cubicBezTo>
                    <a:pt x="162" y="135"/>
                    <a:pt x="164" y="137"/>
                    <a:pt x="164" y="141"/>
                  </a:cubicBezTo>
                  <a:cubicBezTo>
                    <a:pt x="164" y="144"/>
                    <a:pt x="160" y="149"/>
                    <a:pt x="152" y="156"/>
                  </a:cubicBezTo>
                  <a:cubicBezTo>
                    <a:pt x="135" y="173"/>
                    <a:pt x="113" y="179"/>
                    <a:pt x="87" y="179"/>
                  </a:cubicBezTo>
                  <a:cubicBezTo>
                    <a:pt x="30" y="179"/>
                    <a:pt x="0" y="141"/>
                    <a:pt x="0" y="96"/>
                  </a:cubicBezTo>
                  <a:cubicBezTo>
                    <a:pt x="0" y="41"/>
                    <a:pt x="39" y="0"/>
                    <a:pt x="92" y="0"/>
                  </a:cubicBezTo>
                  <a:cubicBezTo>
                    <a:pt x="136" y="0"/>
                    <a:pt x="168" y="31"/>
                    <a:pt x="168" y="73"/>
                  </a:cubicBezTo>
                  <a:cubicBezTo>
                    <a:pt x="168" y="79"/>
                    <a:pt x="161" y="84"/>
                    <a:pt x="154" y="84"/>
                  </a:cubicBezTo>
                  <a:lnTo>
                    <a:pt x="41" y="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xmlns="" id="{509EE6E4-741B-4623-B0E8-71644D7C85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75" y="2975"/>
              <a:ext cx="102" cy="111"/>
            </a:xfrm>
            <a:custGeom>
              <a:avLst/>
              <a:gdLst>
                <a:gd name="T0" fmla="*/ 43 w 169"/>
                <a:gd name="T1" fmla="*/ 61 h 179"/>
                <a:gd name="T2" fmla="*/ 43 w 169"/>
                <a:gd name="T3" fmla="*/ 61 h 179"/>
                <a:gd name="T4" fmla="*/ 89 w 169"/>
                <a:gd name="T5" fmla="*/ 61 h 179"/>
                <a:gd name="T6" fmla="*/ 126 w 169"/>
                <a:gd name="T7" fmla="*/ 59 h 179"/>
                <a:gd name="T8" fmla="*/ 133 w 169"/>
                <a:gd name="T9" fmla="*/ 50 h 179"/>
                <a:gd name="T10" fmla="*/ 91 w 169"/>
                <a:gd name="T11" fmla="*/ 20 h 179"/>
                <a:gd name="T12" fmla="*/ 43 w 169"/>
                <a:gd name="T13" fmla="*/ 61 h 179"/>
                <a:gd name="T14" fmla="*/ 42 w 169"/>
                <a:gd name="T15" fmla="*/ 84 h 179"/>
                <a:gd name="T16" fmla="*/ 42 w 169"/>
                <a:gd name="T17" fmla="*/ 84 h 179"/>
                <a:gd name="T18" fmla="*/ 42 w 169"/>
                <a:gd name="T19" fmla="*/ 92 h 179"/>
                <a:gd name="T20" fmla="*/ 103 w 169"/>
                <a:gd name="T21" fmla="*/ 150 h 179"/>
                <a:gd name="T22" fmla="*/ 152 w 169"/>
                <a:gd name="T23" fmla="*/ 138 h 179"/>
                <a:gd name="T24" fmla="*/ 159 w 169"/>
                <a:gd name="T25" fmla="*/ 135 h 179"/>
                <a:gd name="T26" fmla="*/ 164 w 169"/>
                <a:gd name="T27" fmla="*/ 141 h 179"/>
                <a:gd name="T28" fmla="*/ 152 w 169"/>
                <a:gd name="T29" fmla="*/ 156 h 179"/>
                <a:gd name="T30" fmla="*/ 87 w 169"/>
                <a:gd name="T31" fmla="*/ 179 h 179"/>
                <a:gd name="T32" fmla="*/ 0 w 169"/>
                <a:gd name="T33" fmla="*/ 96 h 179"/>
                <a:gd name="T34" fmla="*/ 93 w 169"/>
                <a:gd name="T35" fmla="*/ 0 h 179"/>
                <a:gd name="T36" fmla="*/ 169 w 169"/>
                <a:gd name="T37" fmla="*/ 73 h 179"/>
                <a:gd name="T38" fmla="*/ 154 w 169"/>
                <a:gd name="T39" fmla="*/ 84 h 179"/>
                <a:gd name="T40" fmla="*/ 42 w 169"/>
                <a:gd name="T41" fmla="*/ 84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9" h="179">
                  <a:moveTo>
                    <a:pt x="43" y="61"/>
                  </a:moveTo>
                  <a:lnTo>
                    <a:pt x="43" y="61"/>
                  </a:lnTo>
                  <a:lnTo>
                    <a:pt x="89" y="61"/>
                  </a:lnTo>
                  <a:cubicBezTo>
                    <a:pt x="113" y="61"/>
                    <a:pt x="119" y="62"/>
                    <a:pt x="126" y="59"/>
                  </a:cubicBezTo>
                  <a:cubicBezTo>
                    <a:pt x="131" y="58"/>
                    <a:pt x="133" y="54"/>
                    <a:pt x="133" y="50"/>
                  </a:cubicBezTo>
                  <a:cubicBezTo>
                    <a:pt x="133" y="34"/>
                    <a:pt x="114" y="20"/>
                    <a:pt x="91" y="20"/>
                  </a:cubicBezTo>
                  <a:cubicBezTo>
                    <a:pt x="68" y="20"/>
                    <a:pt x="47" y="38"/>
                    <a:pt x="43" y="61"/>
                  </a:cubicBezTo>
                  <a:close/>
                  <a:moveTo>
                    <a:pt x="42" y="84"/>
                  </a:moveTo>
                  <a:lnTo>
                    <a:pt x="42" y="84"/>
                  </a:lnTo>
                  <a:cubicBezTo>
                    <a:pt x="42" y="88"/>
                    <a:pt x="42" y="91"/>
                    <a:pt x="42" y="92"/>
                  </a:cubicBezTo>
                  <a:cubicBezTo>
                    <a:pt x="42" y="128"/>
                    <a:pt x="64" y="150"/>
                    <a:pt x="103" y="150"/>
                  </a:cubicBezTo>
                  <a:cubicBezTo>
                    <a:pt x="127" y="150"/>
                    <a:pt x="142" y="143"/>
                    <a:pt x="152" y="138"/>
                  </a:cubicBezTo>
                  <a:cubicBezTo>
                    <a:pt x="155" y="136"/>
                    <a:pt x="158" y="135"/>
                    <a:pt x="159" y="135"/>
                  </a:cubicBezTo>
                  <a:cubicBezTo>
                    <a:pt x="163" y="135"/>
                    <a:pt x="164" y="137"/>
                    <a:pt x="164" y="141"/>
                  </a:cubicBezTo>
                  <a:cubicBezTo>
                    <a:pt x="164" y="144"/>
                    <a:pt x="160" y="149"/>
                    <a:pt x="152" y="156"/>
                  </a:cubicBezTo>
                  <a:cubicBezTo>
                    <a:pt x="135" y="173"/>
                    <a:pt x="113" y="179"/>
                    <a:pt x="87" y="179"/>
                  </a:cubicBezTo>
                  <a:cubicBezTo>
                    <a:pt x="30" y="179"/>
                    <a:pt x="0" y="141"/>
                    <a:pt x="0" y="96"/>
                  </a:cubicBezTo>
                  <a:cubicBezTo>
                    <a:pt x="0" y="41"/>
                    <a:pt x="39" y="0"/>
                    <a:pt x="93" y="0"/>
                  </a:cubicBezTo>
                  <a:cubicBezTo>
                    <a:pt x="137" y="0"/>
                    <a:pt x="169" y="31"/>
                    <a:pt x="169" y="73"/>
                  </a:cubicBezTo>
                  <a:cubicBezTo>
                    <a:pt x="169" y="79"/>
                    <a:pt x="162" y="84"/>
                    <a:pt x="154" y="84"/>
                  </a:cubicBezTo>
                  <a:lnTo>
                    <a:pt x="42" y="8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xmlns="" id="{463E19C8-7B10-4FFE-B43C-55789A4E47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48" y="2920"/>
              <a:ext cx="27" cy="165"/>
            </a:xfrm>
            <a:custGeom>
              <a:avLst/>
              <a:gdLst>
                <a:gd name="T0" fmla="*/ 40 w 44"/>
                <a:gd name="T1" fmla="*/ 0 h 265"/>
                <a:gd name="T2" fmla="*/ 40 w 44"/>
                <a:gd name="T3" fmla="*/ 0 h 265"/>
                <a:gd name="T4" fmla="*/ 22 w 44"/>
                <a:gd name="T5" fmla="*/ 1 h 265"/>
                <a:gd name="T6" fmla="*/ 4 w 44"/>
                <a:gd name="T7" fmla="*/ 0 h 265"/>
                <a:gd name="T8" fmla="*/ 0 w 44"/>
                <a:gd name="T9" fmla="*/ 0 h 265"/>
                <a:gd name="T10" fmla="*/ 0 w 44"/>
                <a:gd name="T11" fmla="*/ 265 h 265"/>
                <a:gd name="T12" fmla="*/ 4 w 44"/>
                <a:gd name="T13" fmla="*/ 265 h 265"/>
                <a:gd name="T14" fmla="*/ 22 w 44"/>
                <a:gd name="T15" fmla="*/ 264 h 265"/>
                <a:gd name="T16" fmla="*/ 40 w 44"/>
                <a:gd name="T17" fmla="*/ 265 h 265"/>
                <a:gd name="T18" fmla="*/ 44 w 44"/>
                <a:gd name="T19" fmla="*/ 265 h 265"/>
                <a:gd name="T20" fmla="*/ 44 w 44"/>
                <a:gd name="T21" fmla="*/ 0 h 265"/>
                <a:gd name="T22" fmla="*/ 40 w 44"/>
                <a:gd name="T23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4" h="265">
                  <a:moveTo>
                    <a:pt x="40" y="0"/>
                  </a:moveTo>
                  <a:lnTo>
                    <a:pt x="40" y="0"/>
                  </a:lnTo>
                  <a:cubicBezTo>
                    <a:pt x="31" y="0"/>
                    <a:pt x="27" y="1"/>
                    <a:pt x="22" y="1"/>
                  </a:cubicBezTo>
                  <a:cubicBezTo>
                    <a:pt x="17" y="1"/>
                    <a:pt x="13" y="0"/>
                    <a:pt x="4" y="0"/>
                  </a:cubicBezTo>
                  <a:cubicBezTo>
                    <a:pt x="3" y="0"/>
                    <a:pt x="2" y="0"/>
                    <a:pt x="0" y="0"/>
                  </a:cubicBezTo>
                  <a:lnTo>
                    <a:pt x="0" y="265"/>
                  </a:lnTo>
                  <a:cubicBezTo>
                    <a:pt x="2" y="265"/>
                    <a:pt x="3" y="265"/>
                    <a:pt x="4" y="265"/>
                  </a:cubicBezTo>
                  <a:cubicBezTo>
                    <a:pt x="13" y="264"/>
                    <a:pt x="17" y="264"/>
                    <a:pt x="22" y="264"/>
                  </a:cubicBezTo>
                  <a:cubicBezTo>
                    <a:pt x="27" y="264"/>
                    <a:pt x="31" y="264"/>
                    <a:pt x="40" y="265"/>
                  </a:cubicBezTo>
                  <a:cubicBezTo>
                    <a:pt x="42" y="265"/>
                    <a:pt x="43" y="265"/>
                    <a:pt x="44" y="265"/>
                  </a:cubicBezTo>
                  <a:lnTo>
                    <a:pt x="44" y="0"/>
                  </a:lnTo>
                  <a:cubicBezTo>
                    <a:pt x="43" y="0"/>
                    <a:pt x="42" y="0"/>
                    <a:pt x="4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xmlns="" id="{985B7622-4BDC-4640-9F0A-5BAEEADA18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97" y="2973"/>
              <a:ext cx="115" cy="114"/>
            </a:xfrm>
            <a:custGeom>
              <a:avLst/>
              <a:gdLst>
                <a:gd name="T0" fmla="*/ 90 w 192"/>
                <a:gd name="T1" fmla="*/ 22 h 183"/>
                <a:gd name="T2" fmla="*/ 90 w 192"/>
                <a:gd name="T3" fmla="*/ 22 h 183"/>
                <a:gd name="T4" fmla="*/ 44 w 192"/>
                <a:gd name="T5" fmla="*/ 91 h 183"/>
                <a:gd name="T6" fmla="*/ 103 w 192"/>
                <a:gd name="T7" fmla="*/ 160 h 183"/>
                <a:gd name="T8" fmla="*/ 148 w 192"/>
                <a:gd name="T9" fmla="*/ 91 h 183"/>
                <a:gd name="T10" fmla="*/ 90 w 192"/>
                <a:gd name="T11" fmla="*/ 22 h 183"/>
                <a:gd name="T12" fmla="*/ 191 w 192"/>
                <a:gd name="T13" fmla="*/ 87 h 183"/>
                <a:gd name="T14" fmla="*/ 191 w 192"/>
                <a:gd name="T15" fmla="*/ 87 h 183"/>
                <a:gd name="T16" fmla="*/ 96 w 192"/>
                <a:gd name="T17" fmla="*/ 181 h 183"/>
                <a:gd name="T18" fmla="*/ 2 w 192"/>
                <a:gd name="T19" fmla="*/ 96 h 183"/>
                <a:gd name="T20" fmla="*/ 96 w 192"/>
                <a:gd name="T21" fmla="*/ 2 h 183"/>
                <a:gd name="T22" fmla="*/ 191 w 192"/>
                <a:gd name="T23" fmla="*/ 8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2" h="183">
                  <a:moveTo>
                    <a:pt x="90" y="22"/>
                  </a:moveTo>
                  <a:lnTo>
                    <a:pt x="90" y="22"/>
                  </a:lnTo>
                  <a:cubicBezTo>
                    <a:pt x="60" y="24"/>
                    <a:pt x="41" y="50"/>
                    <a:pt x="44" y="91"/>
                  </a:cubicBezTo>
                  <a:cubicBezTo>
                    <a:pt x="49" y="136"/>
                    <a:pt x="69" y="162"/>
                    <a:pt x="103" y="160"/>
                  </a:cubicBezTo>
                  <a:cubicBezTo>
                    <a:pt x="132" y="159"/>
                    <a:pt x="152" y="133"/>
                    <a:pt x="148" y="91"/>
                  </a:cubicBezTo>
                  <a:cubicBezTo>
                    <a:pt x="144" y="47"/>
                    <a:pt x="124" y="21"/>
                    <a:pt x="90" y="22"/>
                  </a:cubicBezTo>
                  <a:close/>
                  <a:moveTo>
                    <a:pt x="191" y="87"/>
                  </a:moveTo>
                  <a:lnTo>
                    <a:pt x="191" y="87"/>
                  </a:lnTo>
                  <a:cubicBezTo>
                    <a:pt x="192" y="141"/>
                    <a:pt x="153" y="178"/>
                    <a:pt x="96" y="181"/>
                  </a:cubicBezTo>
                  <a:cubicBezTo>
                    <a:pt x="43" y="183"/>
                    <a:pt x="4" y="146"/>
                    <a:pt x="2" y="96"/>
                  </a:cubicBezTo>
                  <a:cubicBezTo>
                    <a:pt x="0" y="42"/>
                    <a:pt x="39" y="5"/>
                    <a:pt x="96" y="2"/>
                  </a:cubicBezTo>
                  <a:cubicBezTo>
                    <a:pt x="150" y="0"/>
                    <a:pt x="189" y="37"/>
                    <a:pt x="191" y="8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xmlns="" id="{F7F3E100-5613-484A-B1E3-F84ADB5552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71" y="2976"/>
              <a:ext cx="103" cy="110"/>
            </a:xfrm>
            <a:custGeom>
              <a:avLst/>
              <a:gdLst>
                <a:gd name="T0" fmla="*/ 146 w 171"/>
                <a:gd name="T1" fmla="*/ 2 h 176"/>
                <a:gd name="T2" fmla="*/ 146 w 171"/>
                <a:gd name="T3" fmla="*/ 2 h 176"/>
                <a:gd name="T4" fmla="*/ 99 w 171"/>
                <a:gd name="T5" fmla="*/ 115 h 176"/>
                <a:gd name="T6" fmla="*/ 42 w 171"/>
                <a:gd name="T7" fmla="*/ 2 h 176"/>
                <a:gd name="T8" fmla="*/ 41 w 171"/>
                <a:gd name="T9" fmla="*/ 2 h 176"/>
                <a:gd name="T10" fmla="*/ 32 w 171"/>
                <a:gd name="T11" fmla="*/ 2 h 176"/>
                <a:gd name="T12" fmla="*/ 9 w 171"/>
                <a:gd name="T13" fmla="*/ 1 h 176"/>
                <a:gd name="T14" fmla="*/ 1 w 171"/>
                <a:gd name="T15" fmla="*/ 0 h 176"/>
                <a:gd name="T16" fmla="*/ 0 w 171"/>
                <a:gd name="T17" fmla="*/ 0 h 176"/>
                <a:gd name="T18" fmla="*/ 66 w 171"/>
                <a:gd name="T19" fmla="*/ 132 h 176"/>
                <a:gd name="T20" fmla="*/ 87 w 171"/>
                <a:gd name="T21" fmla="*/ 172 h 176"/>
                <a:gd name="T22" fmla="*/ 94 w 171"/>
                <a:gd name="T23" fmla="*/ 176 h 176"/>
                <a:gd name="T24" fmla="*/ 104 w 171"/>
                <a:gd name="T25" fmla="*/ 160 h 176"/>
                <a:gd name="T26" fmla="*/ 171 w 171"/>
                <a:gd name="T27" fmla="*/ 1 h 176"/>
                <a:gd name="T28" fmla="*/ 151 w 171"/>
                <a:gd name="T29" fmla="*/ 2 h 176"/>
                <a:gd name="T30" fmla="*/ 146 w 171"/>
                <a:gd name="T31" fmla="*/ 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1" h="176">
                  <a:moveTo>
                    <a:pt x="146" y="2"/>
                  </a:moveTo>
                  <a:lnTo>
                    <a:pt x="146" y="2"/>
                  </a:lnTo>
                  <a:cubicBezTo>
                    <a:pt x="130" y="44"/>
                    <a:pt x="108" y="95"/>
                    <a:pt x="99" y="115"/>
                  </a:cubicBezTo>
                  <a:cubicBezTo>
                    <a:pt x="89" y="97"/>
                    <a:pt x="64" y="48"/>
                    <a:pt x="42" y="2"/>
                  </a:cubicBezTo>
                  <a:cubicBezTo>
                    <a:pt x="42" y="2"/>
                    <a:pt x="41" y="2"/>
                    <a:pt x="41" y="2"/>
                  </a:cubicBezTo>
                  <a:cubicBezTo>
                    <a:pt x="37" y="2"/>
                    <a:pt x="36" y="2"/>
                    <a:pt x="32" y="2"/>
                  </a:cubicBezTo>
                  <a:cubicBezTo>
                    <a:pt x="24" y="2"/>
                    <a:pt x="18" y="2"/>
                    <a:pt x="9" y="1"/>
                  </a:cubicBezTo>
                  <a:cubicBezTo>
                    <a:pt x="5" y="0"/>
                    <a:pt x="2" y="0"/>
                    <a:pt x="1" y="0"/>
                  </a:cubicBezTo>
                  <a:lnTo>
                    <a:pt x="0" y="0"/>
                  </a:lnTo>
                  <a:lnTo>
                    <a:pt x="66" y="132"/>
                  </a:lnTo>
                  <a:cubicBezTo>
                    <a:pt x="78" y="156"/>
                    <a:pt x="85" y="169"/>
                    <a:pt x="87" y="172"/>
                  </a:cubicBezTo>
                  <a:cubicBezTo>
                    <a:pt x="89" y="175"/>
                    <a:pt x="91" y="176"/>
                    <a:pt x="94" y="176"/>
                  </a:cubicBezTo>
                  <a:cubicBezTo>
                    <a:pt x="97" y="176"/>
                    <a:pt x="98" y="173"/>
                    <a:pt x="104" y="160"/>
                  </a:cubicBezTo>
                  <a:cubicBezTo>
                    <a:pt x="109" y="149"/>
                    <a:pt x="153" y="45"/>
                    <a:pt x="171" y="1"/>
                  </a:cubicBezTo>
                  <a:cubicBezTo>
                    <a:pt x="165" y="2"/>
                    <a:pt x="155" y="2"/>
                    <a:pt x="151" y="2"/>
                  </a:cubicBezTo>
                  <a:cubicBezTo>
                    <a:pt x="150" y="2"/>
                    <a:pt x="148" y="2"/>
                    <a:pt x="14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xmlns="" id="{CD0B3914-A89B-4B6D-9485-6EBFA3AE2D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51" y="2917"/>
              <a:ext cx="118" cy="169"/>
            </a:xfrm>
            <a:custGeom>
              <a:avLst/>
              <a:gdLst>
                <a:gd name="T0" fmla="*/ 104 w 195"/>
                <a:gd name="T1" fmla="*/ 104 h 273"/>
                <a:gd name="T2" fmla="*/ 104 w 195"/>
                <a:gd name="T3" fmla="*/ 104 h 273"/>
                <a:gd name="T4" fmla="*/ 52 w 195"/>
                <a:gd name="T5" fmla="*/ 84 h 273"/>
                <a:gd name="T6" fmla="*/ 40 w 195"/>
                <a:gd name="T7" fmla="*/ 61 h 273"/>
                <a:gd name="T8" fmla="*/ 54 w 195"/>
                <a:gd name="T9" fmla="*/ 34 h 273"/>
                <a:gd name="T10" fmla="*/ 88 w 195"/>
                <a:gd name="T11" fmla="*/ 23 h 273"/>
                <a:gd name="T12" fmla="*/ 131 w 195"/>
                <a:gd name="T13" fmla="*/ 36 h 273"/>
                <a:gd name="T14" fmla="*/ 166 w 195"/>
                <a:gd name="T15" fmla="*/ 73 h 273"/>
                <a:gd name="T16" fmla="*/ 172 w 195"/>
                <a:gd name="T17" fmla="*/ 75 h 273"/>
                <a:gd name="T18" fmla="*/ 177 w 195"/>
                <a:gd name="T19" fmla="*/ 69 h 273"/>
                <a:gd name="T20" fmla="*/ 176 w 195"/>
                <a:gd name="T21" fmla="*/ 63 h 273"/>
                <a:gd name="T22" fmla="*/ 171 w 195"/>
                <a:gd name="T23" fmla="*/ 22 h 273"/>
                <a:gd name="T24" fmla="*/ 91 w 195"/>
                <a:gd name="T25" fmla="*/ 0 h 273"/>
                <a:gd name="T26" fmla="*/ 24 w 195"/>
                <a:gd name="T27" fmla="*/ 22 h 273"/>
                <a:gd name="T28" fmla="*/ 0 w 195"/>
                <a:gd name="T29" fmla="*/ 72 h 273"/>
                <a:gd name="T30" fmla="*/ 36 w 195"/>
                <a:gd name="T31" fmla="*/ 129 h 273"/>
                <a:gd name="T32" fmla="*/ 87 w 195"/>
                <a:gd name="T33" fmla="*/ 152 h 273"/>
                <a:gd name="T34" fmla="*/ 139 w 195"/>
                <a:gd name="T35" fmla="*/ 177 h 273"/>
                <a:gd name="T36" fmla="*/ 153 w 195"/>
                <a:gd name="T37" fmla="*/ 204 h 273"/>
                <a:gd name="T38" fmla="*/ 138 w 195"/>
                <a:gd name="T39" fmla="*/ 236 h 273"/>
                <a:gd name="T40" fmla="*/ 98 w 195"/>
                <a:gd name="T41" fmla="*/ 250 h 273"/>
                <a:gd name="T42" fmla="*/ 47 w 195"/>
                <a:gd name="T43" fmla="*/ 231 h 273"/>
                <a:gd name="T44" fmla="*/ 14 w 195"/>
                <a:gd name="T45" fmla="*/ 188 h 273"/>
                <a:gd name="T46" fmla="*/ 6 w 195"/>
                <a:gd name="T47" fmla="*/ 178 h 273"/>
                <a:gd name="T48" fmla="*/ 0 w 195"/>
                <a:gd name="T49" fmla="*/ 184 h 273"/>
                <a:gd name="T50" fmla="*/ 0 w 195"/>
                <a:gd name="T51" fmla="*/ 190 h 273"/>
                <a:gd name="T52" fmla="*/ 4 w 195"/>
                <a:gd name="T53" fmla="*/ 245 h 273"/>
                <a:gd name="T54" fmla="*/ 99 w 195"/>
                <a:gd name="T55" fmla="*/ 273 h 273"/>
                <a:gd name="T56" fmla="*/ 195 w 195"/>
                <a:gd name="T57" fmla="*/ 187 h 273"/>
                <a:gd name="T58" fmla="*/ 104 w 195"/>
                <a:gd name="T59" fmla="*/ 104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95" h="273">
                  <a:moveTo>
                    <a:pt x="104" y="104"/>
                  </a:moveTo>
                  <a:lnTo>
                    <a:pt x="104" y="104"/>
                  </a:lnTo>
                  <a:cubicBezTo>
                    <a:pt x="81" y="97"/>
                    <a:pt x="60" y="91"/>
                    <a:pt x="52" y="84"/>
                  </a:cubicBezTo>
                  <a:cubicBezTo>
                    <a:pt x="43" y="77"/>
                    <a:pt x="40" y="70"/>
                    <a:pt x="40" y="61"/>
                  </a:cubicBezTo>
                  <a:cubicBezTo>
                    <a:pt x="40" y="50"/>
                    <a:pt x="45" y="41"/>
                    <a:pt x="54" y="34"/>
                  </a:cubicBezTo>
                  <a:cubicBezTo>
                    <a:pt x="63" y="27"/>
                    <a:pt x="75" y="23"/>
                    <a:pt x="88" y="23"/>
                  </a:cubicBezTo>
                  <a:cubicBezTo>
                    <a:pt x="103" y="23"/>
                    <a:pt x="117" y="27"/>
                    <a:pt x="131" y="36"/>
                  </a:cubicBezTo>
                  <a:cubicBezTo>
                    <a:pt x="155" y="52"/>
                    <a:pt x="161" y="67"/>
                    <a:pt x="166" y="73"/>
                  </a:cubicBezTo>
                  <a:cubicBezTo>
                    <a:pt x="167" y="74"/>
                    <a:pt x="169" y="75"/>
                    <a:pt x="172" y="75"/>
                  </a:cubicBezTo>
                  <a:cubicBezTo>
                    <a:pt x="175" y="75"/>
                    <a:pt x="177" y="73"/>
                    <a:pt x="177" y="69"/>
                  </a:cubicBezTo>
                  <a:lnTo>
                    <a:pt x="176" y="63"/>
                  </a:lnTo>
                  <a:lnTo>
                    <a:pt x="171" y="22"/>
                  </a:lnTo>
                  <a:cubicBezTo>
                    <a:pt x="147" y="13"/>
                    <a:pt x="120" y="0"/>
                    <a:pt x="91" y="0"/>
                  </a:cubicBezTo>
                  <a:cubicBezTo>
                    <a:pt x="63" y="0"/>
                    <a:pt x="41" y="7"/>
                    <a:pt x="24" y="22"/>
                  </a:cubicBezTo>
                  <a:cubicBezTo>
                    <a:pt x="8" y="37"/>
                    <a:pt x="0" y="50"/>
                    <a:pt x="0" y="72"/>
                  </a:cubicBezTo>
                  <a:cubicBezTo>
                    <a:pt x="0" y="95"/>
                    <a:pt x="15" y="115"/>
                    <a:pt x="36" y="129"/>
                  </a:cubicBezTo>
                  <a:cubicBezTo>
                    <a:pt x="47" y="136"/>
                    <a:pt x="64" y="144"/>
                    <a:pt x="87" y="152"/>
                  </a:cubicBezTo>
                  <a:cubicBezTo>
                    <a:pt x="110" y="160"/>
                    <a:pt x="130" y="168"/>
                    <a:pt x="139" y="177"/>
                  </a:cubicBezTo>
                  <a:cubicBezTo>
                    <a:pt x="149" y="186"/>
                    <a:pt x="153" y="193"/>
                    <a:pt x="153" y="204"/>
                  </a:cubicBezTo>
                  <a:cubicBezTo>
                    <a:pt x="153" y="216"/>
                    <a:pt x="148" y="227"/>
                    <a:pt x="138" y="236"/>
                  </a:cubicBezTo>
                  <a:cubicBezTo>
                    <a:pt x="128" y="245"/>
                    <a:pt x="115" y="250"/>
                    <a:pt x="98" y="250"/>
                  </a:cubicBezTo>
                  <a:cubicBezTo>
                    <a:pt x="79" y="250"/>
                    <a:pt x="61" y="244"/>
                    <a:pt x="47" y="231"/>
                  </a:cubicBezTo>
                  <a:cubicBezTo>
                    <a:pt x="33" y="219"/>
                    <a:pt x="22" y="208"/>
                    <a:pt x="14" y="188"/>
                  </a:cubicBezTo>
                  <a:cubicBezTo>
                    <a:pt x="11" y="182"/>
                    <a:pt x="8" y="178"/>
                    <a:pt x="6" y="178"/>
                  </a:cubicBezTo>
                  <a:cubicBezTo>
                    <a:pt x="2" y="178"/>
                    <a:pt x="0" y="180"/>
                    <a:pt x="0" y="184"/>
                  </a:cubicBezTo>
                  <a:cubicBezTo>
                    <a:pt x="0" y="185"/>
                    <a:pt x="0" y="187"/>
                    <a:pt x="0" y="190"/>
                  </a:cubicBezTo>
                  <a:lnTo>
                    <a:pt x="4" y="245"/>
                  </a:lnTo>
                  <a:cubicBezTo>
                    <a:pt x="26" y="257"/>
                    <a:pt x="61" y="273"/>
                    <a:pt x="99" y="273"/>
                  </a:cubicBezTo>
                  <a:cubicBezTo>
                    <a:pt x="160" y="273"/>
                    <a:pt x="195" y="229"/>
                    <a:pt x="195" y="187"/>
                  </a:cubicBezTo>
                  <a:cubicBezTo>
                    <a:pt x="195" y="156"/>
                    <a:pt x="177" y="129"/>
                    <a:pt x="104" y="10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xmlns="" id="{42253408-3225-40A0-980C-9BA926544B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64" y="2974"/>
              <a:ext cx="88" cy="112"/>
            </a:xfrm>
            <a:custGeom>
              <a:avLst/>
              <a:gdLst>
                <a:gd name="T0" fmla="*/ 106 w 146"/>
                <a:gd name="T1" fmla="*/ 112 h 181"/>
                <a:gd name="T2" fmla="*/ 106 w 146"/>
                <a:gd name="T3" fmla="*/ 112 h 181"/>
                <a:gd name="T4" fmla="*/ 68 w 146"/>
                <a:gd name="T5" fmla="*/ 155 h 181"/>
                <a:gd name="T6" fmla="*/ 42 w 146"/>
                <a:gd name="T7" fmla="*/ 134 h 181"/>
                <a:gd name="T8" fmla="*/ 77 w 146"/>
                <a:gd name="T9" fmla="*/ 100 h 181"/>
                <a:gd name="T10" fmla="*/ 106 w 146"/>
                <a:gd name="T11" fmla="*/ 85 h 181"/>
                <a:gd name="T12" fmla="*/ 106 w 146"/>
                <a:gd name="T13" fmla="*/ 112 h 181"/>
                <a:gd name="T14" fmla="*/ 106 w 146"/>
                <a:gd name="T15" fmla="*/ 112 h 181"/>
                <a:gd name="T16" fmla="*/ 81 w 146"/>
                <a:gd name="T17" fmla="*/ 0 h 181"/>
                <a:gd name="T18" fmla="*/ 81 w 146"/>
                <a:gd name="T19" fmla="*/ 0 h 181"/>
                <a:gd name="T20" fmla="*/ 35 w 146"/>
                <a:gd name="T21" fmla="*/ 8 h 181"/>
                <a:gd name="T22" fmla="*/ 11 w 146"/>
                <a:gd name="T23" fmla="*/ 40 h 181"/>
                <a:gd name="T24" fmla="*/ 30 w 146"/>
                <a:gd name="T25" fmla="*/ 59 h 181"/>
                <a:gd name="T26" fmla="*/ 55 w 146"/>
                <a:gd name="T27" fmla="*/ 40 h 181"/>
                <a:gd name="T28" fmla="*/ 83 w 146"/>
                <a:gd name="T29" fmla="*/ 21 h 181"/>
                <a:gd name="T30" fmla="*/ 100 w 146"/>
                <a:gd name="T31" fmla="*/ 28 h 181"/>
                <a:gd name="T32" fmla="*/ 102 w 146"/>
                <a:gd name="T33" fmla="*/ 61 h 181"/>
                <a:gd name="T34" fmla="*/ 91 w 146"/>
                <a:gd name="T35" fmla="*/ 73 h 181"/>
                <a:gd name="T36" fmla="*/ 66 w 146"/>
                <a:gd name="T37" fmla="*/ 83 h 181"/>
                <a:gd name="T38" fmla="*/ 27 w 146"/>
                <a:gd name="T39" fmla="*/ 98 h 181"/>
                <a:gd name="T40" fmla="*/ 0 w 146"/>
                <a:gd name="T41" fmla="*/ 139 h 181"/>
                <a:gd name="T42" fmla="*/ 52 w 146"/>
                <a:gd name="T43" fmla="*/ 181 h 181"/>
                <a:gd name="T44" fmla="*/ 106 w 146"/>
                <a:gd name="T45" fmla="*/ 150 h 181"/>
                <a:gd name="T46" fmla="*/ 130 w 146"/>
                <a:gd name="T47" fmla="*/ 181 h 181"/>
                <a:gd name="T48" fmla="*/ 146 w 146"/>
                <a:gd name="T49" fmla="*/ 178 h 181"/>
                <a:gd name="T50" fmla="*/ 146 w 146"/>
                <a:gd name="T51" fmla="*/ 57 h 181"/>
                <a:gd name="T52" fmla="*/ 81 w 14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" h="181">
                  <a:moveTo>
                    <a:pt x="106" y="112"/>
                  </a:moveTo>
                  <a:lnTo>
                    <a:pt x="106" y="112"/>
                  </a:lnTo>
                  <a:cubicBezTo>
                    <a:pt x="106" y="138"/>
                    <a:pt x="89" y="154"/>
                    <a:pt x="68" y="155"/>
                  </a:cubicBezTo>
                  <a:cubicBezTo>
                    <a:pt x="52" y="156"/>
                    <a:pt x="42" y="148"/>
                    <a:pt x="42" y="134"/>
                  </a:cubicBezTo>
                  <a:cubicBezTo>
                    <a:pt x="42" y="118"/>
                    <a:pt x="51" y="111"/>
                    <a:pt x="77" y="100"/>
                  </a:cubicBezTo>
                  <a:cubicBezTo>
                    <a:pt x="92" y="94"/>
                    <a:pt x="102" y="89"/>
                    <a:pt x="106" y="85"/>
                  </a:cubicBezTo>
                  <a:lnTo>
                    <a:pt x="106" y="112"/>
                  </a:lnTo>
                  <a:lnTo>
                    <a:pt x="106" y="112"/>
                  </a:lnTo>
                  <a:close/>
                  <a:moveTo>
                    <a:pt x="81" y="0"/>
                  </a:moveTo>
                  <a:lnTo>
                    <a:pt x="81" y="0"/>
                  </a:lnTo>
                  <a:cubicBezTo>
                    <a:pt x="62" y="0"/>
                    <a:pt x="49" y="2"/>
                    <a:pt x="35" y="8"/>
                  </a:cubicBezTo>
                  <a:cubicBezTo>
                    <a:pt x="20" y="15"/>
                    <a:pt x="11" y="26"/>
                    <a:pt x="11" y="40"/>
                  </a:cubicBezTo>
                  <a:cubicBezTo>
                    <a:pt x="11" y="52"/>
                    <a:pt x="19" y="59"/>
                    <a:pt x="30" y="59"/>
                  </a:cubicBezTo>
                  <a:cubicBezTo>
                    <a:pt x="44" y="59"/>
                    <a:pt x="52" y="53"/>
                    <a:pt x="55" y="40"/>
                  </a:cubicBezTo>
                  <a:cubicBezTo>
                    <a:pt x="58" y="28"/>
                    <a:pt x="72" y="21"/>
                    <a:pt x="83" y="21"/>
                  </a:cubicBezTo>
                  <a:cubicBezTo>
                    <a:pt x="90" y="21"/>
                    <a:pt x="96" y="23"/>
                    <a:pt x="100" y="28"/>
                  </a:cubicBezTo>
                  <a:cubicBezTo>
                    <a:pt x="109" y="37"/>
                    <a:pt x="107" y="53"/>
                    <a:pt x="102" y="61"/>
                  </a:cubicBezTo>
                  <a:cubicBezTo>
                    <a:pt x="99" y="66"/>
                    <a:pt x="95" y="70"/>
                    <a:pt x="91" y="73"/>
                  </a:cubicBezTo>
                  <a:cubicBezTo>
                    <a:pt x="86" y="75"/>
                    <a:pt x="81" y="79"/>
                    <a:pt x="66" y="83"/>
                  </a:cubicBezTo>
                  <a:cubicBezTo>
                    <a:pt x="48" y="89"/>
                    <a:pt x="35" y="94"/>
                    <a:pt x="27" y="98"/>
                  </a:cubicBezTo>
                  <a:cubicBezTo>
                    <a:pt x="11" y="106"/>
                    <a:pt x="0" y="118"/>
                    <a:pt x="0" y="139"/>
                  </a:cubicBezTo>
                  <a:cubicBezTo>
                    <a:pt x="0" y="161"/>
                    <a:pt x="21" y="181"/>
                    <a:pt x="52" y="181"/>
                  </a:cubicBezTo>
                  <a:cubicBezTo>
                    <a:pt x="97" y="181"/>
                    <a:pt x="106" y="150"/>
                    <a:pt x="106" y="150"/>
                  </a:cubicBezTo>
                  <a:cubicBezTo>
                    <a:pt x="106" y="174"/>
                    <a:pt x="116" y="181"/>
                    <a:pt x="130" y="181"/>
                  </a:cubicBezTo>
                  <a:cubicBezTo>
                    <a:pt x="135" y="181"/>
                    <a:pt x="141" y="180"/>
                    <a:pt x="146" y="178"/>
                  </a:cubicBezTo>
                  <a:lnTo>
                    <a:pt x="146" y="57"/>
                  </a:lnTo>
                  <a:cubicBezTo>
                    <a:pt x="146" y="19"/>
                    <a:pt x="122" y="0"/>
                    <a:pt x="8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4" name="Freeform 13">
              <a:extLst>
                <a:ext uri="{FF2B5EF4-FFF2-40B4-BE49-F238E27FC236}">
                  <a16:creationId xmlns:a16="http://schemas.microsoft.com/office/drawing/2014/main" xmlns="" id="{1D96613E-9245-4A01-A95B-FBD659B9C15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16" y="2974"/>
              <a:ext cx="87" cy="112"/>
            </a:xfrm>
            <a:custGeom>
              <a:avLst/>
              <a:gdLst>
                <a:gd name="T0" fmla="*/ 107 w 146"/>
                <a:gd name="T1" fmla="*/ 112 h 181"/>
                <a:gd name="T2" fmla="*/ 107 w 146"/>
                <a:gd name="T3" fmla="*/ 112 h 181"/>
                <a:gd name="T4" fmla="*/ 68 w 146"/>
                <a:gd name="T5" fmla="*/ 155 h 181"/>
                <a:gd name="T6" fmla="*/ 43 w 146"/>
                <a:gd name="T7" fmla="*/ 134 h 181"/>
                <a:gd name="T8" fmla="*/ 78 w 146"/>
                <a:gd name="T9" fmla="*/ 100 h 181"/>
                <a:gd name="T10" fmla="*/ 107 w 146"/>
                <a:gd name="T11" fmla="*/ 85 h 181"/>
                <a:gd name="T12" fmla="*/ 107 w 146"/>
                <a:gd name="T13" fmla="*/ 112 h 181"/>
                <a:gd name="T14" fmla="*/ 107 w 146"/>
                <a:gd name="T15" fmla="*/ 112 h 181"/>
                <a:gd name="T16" fmla="*/ 82 w 146"/>
                <a:gd name="T17" fmla="*/ 0 h 181"/>
                <a:gd name="T18" fmla="*/ 82 w 146"/>
                <a:gd name="T19" fmla="*/ 0 h 181"/>
                <a:gd name="T20" fmla="*/ 35 w 146"/>
                <a:gd name="T21" fmla="*/ 8 h 181"/>
                <a:gd name="T22" fmla="*/ 11 w 146"/>
                <a:gd name="T23" fmla="*/ 40 h 181"/>
                <a:gd name="T24" fmla="*/ 31 w 146"/>
                <a:gd name="T25" fmla="*/ 59 h 181"/>
                <a:gd name="T26" fmla="*/ 55 w 146"/>
                <a:gd name="T27" fmla="*/ 40 h 181"/>
                <a:gd name="T28" fmla="*/ 83 w 146"/>
                <a:gd name="T29" fmla="*/ 21 h 181"/>
                <a:gd name="T30" fmla="*/ 100 w 146"/>
                <a:gd name="T31" fmla="*/ 28 h 181"/>
                <a:gd name="T32" fmla="*/ 102 w 146"/>
                <a:gd name="T33" fmla="*/ 61 h 181"/>
                <a:gd name="T34" fmla="*/ 91 w 146"/>
                <a:gd name="T35" fmla="*/ 73 h 181"/>
                <a:gd name="T36" fmla="*/ 66 w 146"/>
                <a:gd name="T37" fmla="*/ 83 h 181"/>
                <a:gd name="T38" fmla="*/ 28 w 146"/>
                <a:gd name="T39" fmla="*/ 98 h 181"/>
                <a:gd name="T40" fmla="*/ 0 w 146"/>
                <a:gd name="T41" fmla="*/ 139 h 181"/>
                <a:gd name="T42" fmla="*/ 52 w 146"/>
                <a:gd name="T43" fmla="*/ 181 h 181"/>
                <a:gd name="T44" fmla="*/ 107 w 146"/>
                <a:gd name="T45" fmla="*/ 150 h 181"/>
                <a:gd name="T46" fmla="*/ 131 w 146"/>
                <a:gd name="T47" fmla="*/ 181 h 181"/>
                <a:gd name="T48" fmla="*/ 146 w 146"/>
                <a:gd name="T49" fmla="*/ 178 h 181"/>
                <a:gd name="T50" fmla="*/ 146 w 146"/>
                <a:gd name="T51" fmla="*/ 57 h 181"/>
                <a:gd name="T52" fmla="*/ 82 w 146"/>
                <a:gd name="T5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6" h="181">
                  <a:moveTo>
                    <a:pt x="107" y="112"/>
                  </a:moveTo>
                  <a:lnTo>
                    <a:pt x="107" y="112"/>
                  </a:lnTo>
                  <a:cubicBezTo>
                    <a:pt x="107" y="138"/>
                    <a:pt x="89" y="154"/>
                    <a:pt x="68" y="155"/>
                  </a:cubicBezTo>
                  <a:cubicBezTo>
                    <a:pt x="53" y="156"/>
                    <a:pt x="43" y="148"/>
                    <a:pt x="43" y="134"/>
                  </a:cubicBezTo>
                  <a:cubicBezTo>
                    <a:pt x="43" y="118"/>
                    <a:pt x="51" y="111"/>
                    <a:pt x="78" y="100"/>
                  </a:cubicBezTo>
                  <a:cubicBezTo>
                    <a:pt x="93" y="94"/>
                    <a:pt x="103" y="89"/>
                    <a:pt x="107" y="85"/>
                  </a:cubicBezTo>
                  <a:lnTo>
                    <a:pt x="107" y="112"/>
                  </a:lnTo>
                  <a:lnTo>
                    <a:pt x="107" y="112"/>
                  </a:lnTo>
                  <a:close/>
                  <a:moveTo>
                    <a:pt x="82" y="0"/>
                  </a:moveTo>
                  <a:lnTo>
                    <a:pt x="82" y="0"/>
                  </a:lnTo>
                  <a:cubicBezTo>
                    <a:pt x="62" y="0"/>
                    <a:pt x="49" y="2"/>
                    <a:pt x="35" y="8"/>
                  </a:cubicBezTo>
                  <a:cubicBezTo>
                    <a:pt x="21" y="15"/>
                    <a:pt x="11" y="26"/>
                    <a:pt x="11" y="40"/>
                  </a:cubicBezTo>
                  <a:cubicBezTo>
                    <a:pt x="11" y="52"/>
                    <a:pt x="19" y="59"/>
                    <a:pt x="31" y="59"/>
                  </a:cubicBezTo>
                  <a:cubicBezTo>
                    <a:pt x="44" y="59"/>
                    <a:pt x="52" y="53"/>
                    <a:pt x="55" y="40"/>
                  </a:cubicBezTo>
                  <a:cubicBezTo>
                    <a:pt x="58" y="28"/>
                    <a:pt x="73" y="21"/>
                    <a:pt x="83" y="21"/>
                  </a:cubicBezTo>
                  <a:cubicBezTo>
                    <a:pt x="91" y="21"/>
                    <a:pt x="96" y="23"/>
                    <a:pt x="100" y="28"/>
                  </a:cubicBezTo>
                  <a:cubicBezTo>
                    <a:pt x="109" y="37"/>
                    <a:pt x="107" y="53"/>
                    <a:pt x="102" y="61"/>
                  </a:cubicBezTo>
                  <a:cubicBezTo>
                    <a:pt x="99" y="66"/>
                    <a:pt x="96" y="70"/>
                    <a:pt x="91" y="73"/>
                  </a:cubicBezTo>
                  <a:cubicBezTo>
                    <a:pt x="87" y="75"/>
                    <a:pt x="81" y="79"/>
                    <a:pt x="66" y="83"/>
                  </a:cubicBezTo>
                  <a:cubicBezTo>
                    <a:pt x="48" y="89"/>
                    <a:pt x="35" y="94"/>
                    <a:pt x="28" y="98"/>
                  </a:cubicBezTo>
                  <a:cubicBezTo>
                    <a:pt x="11" y="106"/>
                    <a:pt x="0" y="118"/>
                    <a:pt x="0" y="139"/>
                  </a:cubicBezTo>
                  <a:cubicBezTo>
                    <a:pt x="0" y="161"/>
                    <a:pt x="22" y="181"/>
                    <a:pt x="52" y="181"/>
                  </a:cubicBezTo>
                  <a:cubicBezTo>
                    <a:pt x="98" y="181"/>
                    <a:pt x="107" y="150"/>
                    <a:pt x="107" y="150"/>
                  </a:cubicBezTo>
                  <a:cubicBezTo>
                    <a:pt x="107" y="174"/>
                    <a:pt x="117" y="181"/>
                    <a:pt x="131" y="181"/>
                  </a:cubicBezTo>
                  <a:cubicBezTo>
                    <a:pt x="135" y="181"/>
                    <a:pt x="141" y="180"/>
                    <a:pt x="146" y="178"/>
                  </a:cubicBezTo>
                  <a:lnTo>
                    <a:pt x="146" y="57"/>
                  </a:lnTo>
                  <a:cubicBezTo>
                    <a:pt x="146" y="19"/>
                    <a:pt x="122" y="0"/>
                    <a:pt x="8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5" name="Freeform 14">
              <a:extLst>
                <a:ext uri="{FF2B5EF4-FFF2-40B4-BE49-F238E27FC236}">
                  <a16:creationId xmlns:a16="http://schemas.microsoft.com/office/drawing/2014/main" xmlns="" id="{6B798CC3-F443-4750-98A7-F0521B86F1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56" y="2975"/>
              <a:ext cx="80" cy="111"/>
            </a:xfrm>
            <a:custGeom>
              <a:avLst/>
              <a:gdLst>
                <a:gd name="T0" fmla="*/ 4 w 133"/>
                <a:gd name="T1" fmla="*/ 45 h 179"/>
                <a:gd name="T2" fmla="*/ 4 w 133"/>
                <a:gd name="T3" fmla="*/ 45 h 179"/>
                <a:gd name="T4" fmla="*/ 61 w 133"/>
                <a:gd name="T5" fmla="*/ 103 h 179"/>
                <a:gd name="T6" fmla="*/ 99 w 133"/>
                <a:gd name="T7" fmla="*/ 136 h 179"/>
                <a:gd name="T8" fmla="*/ 70 w 133"/>
                <a:gd name="T9" fmla="*/ 159 h 179"/>
                <a:gd name="T10" fmla="*/ 15 w 133"/>
                <a:gd name="T11" fmla="*/ 122 h 179"/>
                <a:gd name="T12" fmla="*/ 5 w 133"/>
                <a:gd name="T13" fmla="*/ 109 h 179"/>
                <a:gd name="T14" fmla="*/ 0 w 133"/>
                <a:gd name="T15" fmla="*/ 118 h 179"/>
                <a:gd name="T16" fmla="*/ 0 w 133"/>
                <a:gd name="T17" fmla="*/ 155 h 179"/>
                <a:gd name="T18" fmla="*/ 1 w 133"/>
                <a:gd name="T19" fmla="*/ 157 h 179"/>
                <a:gd name="T20" fmla="*/ 70 w 133"/>
                <a:gd name="T21" fmla="*/ 179 h 179"/>
                <a:gd name="T22" fmla="*/ 133 w 133"/>
                <a:gd name="T23" fmla="*/ 127 h 179"/>
                <a:gd name="T24" fmla="*/ 80 w 133"/>
                <a:gd name="T25" fmla="*/ 72 h 179"/>
                <a:gd name="T26" fmla="*/ 35 w 133"/>
                <a:gd name="T27" fmla="*/ 38 h 179"/>
                <a:gd name="T28" fmla="*/ 60 w 133"/>
                <a:gd name="T29" fmla="*/ 19 h 179"/>
                <a:gd name="T30" fmla="*/ 112 w 133"/>
                <a:gd name="T31" fmla="*/ 49 h 179"/>
                <a:gd name="T32" fmla="*/ 122 w 133"/>
                <a:gd name="T33" fmla="*/ 60 h 179"/>
                <a:gd name="T34" fmla="*/ 127 w 133"/>
                <a:gd name="T35" fmla="*/ 52 h 179"/>
                <a:gd name="T36" fmla="*/ 125 w 133"/>
                <a:gd name="T37" fmla="*/ 24 h 179"/>
                <a:gd name="T38" fmla="*/ 124 w 133"/>
                <a:gd name="T39" fmla="*/ 18 h 179"/>
                <a:gd name="T40" fmla="*/ 63 w 133"/>
                <a:gd name="T41" fmla="*/ 0 h 179"/>
                <a:gd name="T42" fmla="*/ 4 w 133"/>
                <a:gd name="T43" fmla="*/ 45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3" h="179">
                  <a:moveTo>
                    <a:pt x="4" y="45"/>
                  </a:moveTo>
                  <a:lnTo>
                    <a:pt x="4" y="45"/>
                  </a:lnTo>
                  <a:cubicBezTo>
                    <a:pt x="4" y="70"/>
                    <a:pt x="16" y="81"/>
                    <a:pt x="61" y="103"/>
                  </a:cubicBezTo>
                  <a:cubicBezTo>
                    <a:pt x="81" y="112"/>
                    <a:pt x="99" y="117"/>
                    <a:pt x="99" y="136"/>
                  </a:cubicBezTo>
                  <a:cubicBezTo>
                    <a:pt x="99" y="153"/>
                    <a:pt x="84" y="159"/>
                    <a:pt x="70" y="159"/>
                  </a:cubicBezTo>
                  <a:cubicBezTo>
                    <a:pt x="47" y="159"/>
                    <a:pt x="27" y="152"/>
                    <a:pt x="15" y="122"/>
                  </a:cubicBezTo>
                  <a:cubicBezTo>
                    <a:pt x="11" y="114"/>
                    <a:pt x="8" y="109"/>
                    <a:pt x="5" y="109"/>
                  </a:cubicBezTo>
                  <a:cubicBezTo>
                    <a:pt x="1" y="109"/>
                    <a:pt x="0" y="112"/>
                    <a:pt x="0" y="118"/>
                  </a:cubicBezTo>
                  <a:cubicBezTo>
                    <a:pt x="0" y="132"/>
                    <a:pt x="0" y="145"/>
                    <a:pt x="0" y="155"/>
                  </a:cubicBezTo>
                  <a:cubicBezTo>
                    <a:pt x="0" y="156"/>
                    <a:pt x="0" y="157"/>
                    <a:pt x="1" y="157"/>
                  </a:cubicBezTo>
                  <a:cubicBezTo>
                    <a:pt x="14" y="166"/>
                    <a:pt x="39" y="179"/>
                    <a:pt x="70" y="179"/>
                  </a:cubicBezTo>
                  <a:cubicBezTo>
                    <a:pt x="109" y="179"/>
                    <a:pt x="133" y="152"/>
                    <a:pt x="133" y="127"/>
                  </a:cubicBezTo>
                  <a:cubicBezTo>
                    <a:pt x="133" y="104"/>
                    <a:pt x="119" y="88"/>
                    <a:pt x="80" y="72"/>
                  </a:cubicBezTo>
                  <a:cubicBezTo>
                    <a:pt x="44" y="56"/>
                    <a:pt x="35" y="52"/>
                    <a:pt x="35" y="38"/>
                  </a:cubicBezTo>
                  <a:cubicBezTo>
                    <a:pt x="35" y="28"/>
                    <a:pt x="46" y="19"/>
                    <a:pt x="60" y="19"/>
                  </a:cubicBezTo>
                  <a:cubicBezTo>
                    <a:pt x="83" y="19"/>
                    <a:pt x="101" y="24"/>
                    <a:pt x="112" y="49"/>
                  </a:cubicBezTo>
                  <a:cubicBezTo>
                    <a:pt x="116" y="56"/>
                    <a:pt x="119" y="60"/>
                    <a:pt x="122" y="60"/>
                  </a:cubicBezTo>
                  <a:cubicBezTo>
                    <a:pt x="125" y="60"/>
                    <a:pt x="127" y="57"/>
                    <a:pt x="127" y="52"/>
                  </a:cubicBezTo>
                  <a:cubicBezTo>
                    <a:pt x="127" y="45"/>
                    <a:pt x="126" y="35"/>
                    <a:pt x="125" y="24"/>
                  </a:cubicBezTo>
                  <a:cubicBezTo>
                    <a:pt x="125" y="22"/>
                    <a:pt x="124" y="20"/>
                    <a:pt x="124" y="18"/>
                  </a:cubicBezTo>
                  <a:cubicBezTo>
                    <a:pt x="110" y="10"/>
                    <a:pt x="89" y="0"/>
                    <a:pt x="63" y="0"/>
                  </a:cubicBezTo>
                  <a:cubicBezTo>
                    <a:pt x="29" y="0"/>
                    <a:pt x="4" y="22"/>
                    <a:pt x="4" y="4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xmlns="" id="{441E609D-50AC-43AF-8942-F8173427CF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91" y="2919"/>
              <a:ext cx="31" cy="32"/>
            </a:xfrm>
            <a:custGeom>
              <a:avLst/>
              <a:gdLst>
                <a:gd name="T0" fmla="*/ 25 w 51"/>
                <a:gd name="T1" fmla="*/ 51 h 51"/>
                <a:gd name="T2" fmla="*/ 25 w 51"/>
                <a:gd name="T3" fmla="*/ 51 h 51"/>
                <a:gd name="T4" fmla="*/ 43 w 51"/>
                <a:gd name="T5" fmla="*/ 43 h 51"/>
                <a:gd name="T6" fmla="*/ 51 w 51"/>
                <a:gd name="T7" fmla="*/ 25 h 51"/>
                <a:gd name="T8" fmla="*/ 43 w 51"/>
                <a:gd name="T9" fmla="*/ 7 h 51"/>
                <a:gd name="T10" fmla="*/ 25 w 51"/>
                <a:gd name="T11" fmla="*/ 0 h 51"/>
                <a:gd name="T12" fmla="*/ 7 w 51"/>
                <a:gd name="T13" fmla="*/ 7 h 51"/>
                <a:gd name="T14" fmla="*/ 0 w 51"/>
                <a:gd name="T15" fmla="*/ 25 h 51"/>
                <a:gd name="T16" fmla="*/ 7 w 51"/>
                <a:gd name="T17" fmla="*/ 43 h 51"/>
                <a:gd name="T18" fmla="*/ 25 w 51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" h="51">
                  <a:moveTo>
                    <a:pt x="25" y="51"/>
                  </a:moveTo>
                  <a:lnTo>
                    <a:pt x="25" y="51"/>
                  </a:lnTo>
                  <a:cubicBezTo>
                    <a:pt x="32" y="51"/>
                    <a:pt x="38" y="48"/>
                    <a:pt x="43" y="43"/>
                  </a:cubicBezTo>
                  <a:cubicBezTo>
                    <a:pt x="48" y="38"/>
                    <a:pt x="51" y="32"/>
                    <a:pt x="51" y="25"/>
                  </a:cubicBezTo>
                  <a:cubicBezTo>
                    <a:pt x="51" y="18"/>
                    <a:pt x="48" y="12"/>
                    <a:pt x="43" y="7"/>
                  </a:cubicBezTo>
                  <a:cubicBezTo>
                    <a:pt x="38" y="2"/>
                    <a:pt x="32" y="0"/>
                    <a:pt x="25" y="0"/>
                  </a:cubicBezTo>
                  <a:cubicBezTo>
                    <a:pt x="18" y="0"/>
                    <a:pt x="12" y="2"/>
                    <a:pt x="7" y="7"/>
                  </a:cubicBezTo>
                  <a:cubicBezTo>
                    <a:pt x="2" y="12"/>
                    <a:pt x="0" y="18"/>
                    <a:pt x="0" y="25"/>
                  </a:cubicBezTo>
                  <a:cubicBezTo>
                    <a:pt x="0" y="32"/>
                    <a:pt x="2" y="38"/>
                    <a:pt x="7" y="43"/>
                  </a:cubicBezTo>
                  <a:cubicBezTo>
                    <a:pt x="12" y="48"/>
                    <a:pt x="18" y="51"/>
                    <a:pt x="25" y="5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xmlns="" id="{AE0597C4-1386-42BD-A555-112D80487E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83" y="2974"/>
              <a:ext cx="35" cy="110"/>
            </a:xfrm>
            <a:custGeom>
              <a:avLst/>
              <a:gdLst>
                <a:gd name="T0" fmla="*/ 12 w 59"/>
                <a:gd name="T1" fmla="*/ 4 h 177"/>
                <a:gd name="T2" fmla="*/ 12 w 59"/>
                <a:gd name="T3" fmla="*/ 4 h 177"/>
                <a:gd name="T4" fmla="*/ 8 w 59"/>
                <a:gd name="T5" fmla="*/ 5 h 177"/>
                <a:gd name="T6" fmla="*/ 0 w 59"/>
                <a:gd name="T7" fmla="*/ 10 h 177"/>
                <a:gd name="T8" fmla="*/ 8 w 59"/>
                <a:gd name="T9" fmla="*/ 16 h 177"/>
                <a:gd name="T10" fmla="*/ 19 w 59"/>
                <a:gd name="T11" fmla="*/ 43 h 177"/>
                <a:gd name="T12" fmla="*/ 19 w 59"/>
                <a:gd name="T13" fmla="*/ 177 h 177"/>
                <a:gd name="T14" fmla="*/ 39 w 59"/>
                <a:gd name="T15" fmla="*/ 176 h 177"/>
                <a:gd name="T16" fmla="*/ 59 w 59"/>
                <a:gd name="T17" fmla="*/ 177 h 177"/>
                <a:gd name="T18" fmla="*/ 59 w 59"/>
                <a:gd name="T19" fmla="*/ 0 h 177"/>
                <a:gd name="T20" fmla="*/ 12 w 59"/>
                <a:gd name="T21" fmla="*/ 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77">
                  <a:moveTo>
                    <a:pt x="12" y="4"/>
                  </a:moveTo>
                  <a:lnTo>
                    <a:pt x="12" y="4"/>
                  </a:lnTo>
                  <a:lnTo>
                    <a:pt x="8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2" y="16"/>
                    <a:pt x="8" y="16"/>
                  </a:cubicBezTo>
                  <a:cubicBezTo>
                    <a:pt x="18" y="18"/>
                    <a:pt x="19" y="21"/>
                    <a:pt x="19" y="43"/>
                  </a:cubicBezTo>
                  <a:lnTo>
                    <a:pt x="19" y="177"/>
                  </a:lnTo>
                  <a:cubicBezTo>
                    <a:pt x="25" y="177"/>
                    <a:pt x="31" y="176"/>
                    <a:pt x="39" y="176"/>
                  </a:cubicBezTo>
                  <a:cubicBezTo>
                    <a:pt x="47" y="176"/>
                    <a:pt x="53" y="177"/>
                    <a:pt x="59" y="177"/>
                  </a:cubicBezTo>
                  <a:lnTo>
                    <a:pt x="59" y="0"/>
                  </a:lnTo>
                  <a:lnTo>
                    <a:pt x="12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xmlns="" id="{CCD6B96E-8AD6-4385-BBAF-1D650BBA4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35" y="2919"/>
              <a:ext cx="31" cy="32"/>
            </a:xfrm>
            <a:custGeom>
              <a:avLst/>
              <a:gdLst>
                <a:gd name="T0" fmla="*/ 26 w 52"/>
                <a:gd name="T1" fmla="*/ 51 h 51"/>
                <a:gd name="T2" fmla="*/ 26 w 52"/>
                <a:gd name="T3" fmla="*/ 51 h 51"/>
                <a:gd name="T4" fmla="*/ 44 w 52"/>
                <a:gd name="T5" fmla="*/ 43 h 51"/>
                <a:gd name="T6" fmla="*/ 52 w 52"/>
                <a:gd name="T7" fmla="*/ 25 h 51"/>
                <a:gd name="T8" fmla="*/ 44 w 52"/>
                <a:gd name="T9" fmla="*/ 7 h 51"/>
                <a:gd name="T10" fmla="*/ 26 w 52"/>
                <a:gd name="T11" fmla="*/ 0 h 51"/>
                <a:gd name="T12" fmla="*/ 8 w 52"/>
                <a:gd name="T13" fmla="*/ 7 h 51"/>
                <a:gd name="T14" fmla="*/ 0 w 52"/>
                <a:gd name="T15" fmla="*/ 25 h 51"/>
                <a:gd name="T16" fmla="*/ 8 w 52"/>
                <a:gd name="T17" fmla="*/ 43 h 51"/>
                <a:gd name="T18" fmla="*/ 26 w 52"/>
                <a:gd name="T19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1">
                  <a:moveTo>
                    <a:pt x="26" y="51"/>
                  </a:moveTo>
                  <a:lnTo>
                    <a:pt x="26" y="51"/>
                  </a:lnTo>
                  <a:cubicBezTo>
                    <a:pt x="33" y="51"/>
                    <a:pt x="39" y="48"/>
                    <a:pt x="44" y="43"/>
                  </a:cubicBezTo>
                  <a:cubicBezTo>
                    <a:pt x="49" y="38"/>
                    <a:pt x="52" y="32"/>
                    <a:pt x="52" y="25"/>
                  </a:cubicBezTo>
                  <a:cubicBezTo>
                    <a:pt x="52" y="18"/>
                    <a:pt x="49" y="12"/>
                    <a:pt x="44" y="7"/>
                  </a:cubicBezTo>
                  <a:cubicBezTo>
                    <a:pt x="39" y="2"/>
                    <a:pt x="33" y="0"/>
                    <a:pt x="26" y="0"/>
                  </a:cubicBezTo>
                  <a:cubicBezTo>
                    <a:pt x="19" y="0"/>
                    <a:pt x="13" y="2"/>
                    <a:pt x="8" y="7"/>
                  </a:cubicBezTo>
                  <a:cubicBezTo>
                    <a:pt x="3" y="12"/>
                    <a:pt x="0" y="18"/>
                    <a:pt x="0" y="25"/>
                  </a:cubicBezTo>
                  <a:cubicBezTo>
                    <a:pt x="0" y="32"/>
                    <a:pt x="3" y="38"/>
                    <a:pt x="8" y="43"/>
                  </a:cubicBezTo>
                  <a:cubicBezTo>
                    <a:pt x="13" y="48"/>
                    <a:pt x="19" y="51"/>
                    <a:pt x="26" y="5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xmlns="" id="{743B3DF8-800B-468C-9FEE-5767705301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26" y="2974"/>
              <a:ext cx="37" cy="110"/>
            </a:xfrm>
            <a:custGeom>
              <a:avLst/>
              <a:gdLst>
                <a:gd name="T0" fmla="*/ 12 w 60"/>
                <a:gd name="T1" fmla="*/ 4 h 177"/>
                <a:gd name="T2" fmla="*/ 12 w 60"/>
                <a:gd name="T3" fmla="*/ 4 h 177"/>
                <a:gd name="T4" fmla="*/ 9 w 60"/>
                <a:gd name="T5" fmla="*/ 5 h 177"/>
                <a:gd name="T6" fmla="*/ 0 w 60"/>
                <a:gd name="T7" fmla="*/ 10 h 177"/>
                <a:gd name="T8" fmla="*/ 9 w 60"/>
                <a:gd name="T9" fmla="*/ 16 h 177"/>
                <a:gd name="T10" fmla="*/ 20 w 60"/>
                <a:gd name="T11" fmla="*/ 43 h 177"/>
                <a:gd name="T12" fmla="*/ 20 w 60"/>
                <a:gd name="T13" fmla="*/ 177 h 177"/>
                <a:gd name="T14" fmla="*/ 40 w 60"/>
                <a:gd name="T15" fmla="*/ 176 h 177"/>
                <a:gd name="T16" fmla="*/ 60 w 60"/>
                <a:gd name="T17" fmla="*/ 177 h 177"/>
                <a:gd name="T18" fmla="*/ 60 w 60"/>
                <a:gd name="T19" fmla="*/ 0 h 177"/>
                <a:gd name="T20" fmla="*/ 12 w 60"/>
                <a:gd name="T21" fmla="*/ 4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" h="177">
                  <a:moveTo>
                    <a:pt x="12" y="4"/>
                  </a:moveTo>
                  <a:lnTo>
                    <a:pt x="12" y="4"/>
                  </a:lnTo>
                  <a:lnTo>
                    <a:pt x="9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9" y="16"/>
                  </a:cubicBezTo>
                  <a:cubicBezTo>
                    <a:pt x="18" y="18"/>
                    <a:pt x="20" y="21"/>
                    <a:pt x="20" y="43"/>
                  </a:cubicBezTo>
                  <a:lnTo>
                    <a:pt x="20" y="177"/>
                  </a:lnTo>
                  <a:cubicBezTo>
                    <a:pt x="26" y="177"/>
                    <a:pt x="32" y="176"/>
                    <a:pt x="40" y="176"/>
                  </a:cubicBezTo>
                  <a:cubicBezTo>
                    <a:pt x="48" y="176"/>
                    <a:pt x="54" y="177"/>
                    <a:pt x="60" y="177"/>
                  </a:cubicBezTo>
                  <a:lnTo>
                    <a:pt x="60" y="0"/>
                  </a:lnTo>
                  <a:lnTo>
                    <a:pt x="12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xmlns="" id="{2D596E1C-03C6-4E97-A65E-138FA2B18D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08" y="2914"/>
              <a:ext cx="109" cy="171"/>
            </a:xfrm>
            <a:custGeom>
              <a:avLst/>
              <a:gdLst>
                <a:gd name="T0" fmla="*/ 174 w 180"/>
                <a:gd name="T1" fmla="*/ 125 h 274"/>
                <a:gd name="T2" fmla="*/ 174 w 180"/>
                <a:gd name="T3" fmla="*/ 125 h 274"/>
                <a:gd name="T4" fmla="*/ 153 w 180"/>
                <a:gd name="T5" fmla="*/ 104 h 274"/>
                <a:gd name="T6" fmla="*/ 125 w 180"/>
                <a:gd name="T7" fmla="*/ 97 h 274"/>
                <a:gd name="T8" fmla="*/ 89 w 180"/>
                <a:gd name="T9" fmla="*/ 107 h 274"/>
                <a:gd name="T10" fmla="*/ 58 w 180"/>
                <a:gd name="T11" fmla="*/ 136 h 274"/>
                <a:gd name="T12" fmla="*/ 58 w 180"/>
                <a:gd name="T13" fmla="*/ 0 h 274"/>
                <a:gd name="T14" fmla="*/ 12 w 180"/>
                <a:gd name="T15" fmla="*/ 3 h 274"/>
                <a:gd name="T16" fmla="*/ 8 w 180"/>
                <a:gd name="T17" fmla="*/ 4 h 274"/>
                <a:gd name="T18" fmla="*/ 0 w 180"/>
                <a:gd name="T19" fmla="*/ 9 h 274"/>
                <a:gd name="T20" fmla="*/ 8 w 180"/>
                <a:gd name="T21" fmla="*/ 15 h 274"/>
                <a:gd name="T22" fmla="*/ 18 w 180"/>
                <a:gd name="T23" fmla="*/ 42 h 274"/>
                <a:gd name="T24" fmla="*/ 18 w 180"/>
                <a:gd name="T25" fmla="*/ 273 h 274"/>
                <a:gd name="T26" fmla="*/ 36 w 180"/>
                <a:gd name="T27" fmla="*/ 272 h 274"/>
                <a:gd name="T28" fmla="*/ 58 w 180"/>
                <a:gd name="T29" fmla="*/ 274 h 274"/>
                <a:gd name="T30" fmla="*/ 58 w 180"/>
                <a:gd name="T31" fmla="*/ 179 h 274"/>
                <a:gd name="T32" fmla="*/ 66 w 180"/>
                <a:gd name="T33" fmla="*/ 152 h 274"/>
                <a:gd name="T34" fmla="*/ 81 w 180"/>
                <a:gd name="T35" fmla="*/ 135 h 274"/>
                <a:gd name="T36" fmla="*/ 113 w 180"/>
                <a:gd name="T37" fmla="*/ 125 h 274"/>
                <a:gd name="T38" fmla="*/ 136 w 180"/>
                <a:gd name="T39" fmla="*/ 137 h 274"/>
                <a:gd name="T40" fmla="*/ 141 w 180"/>
                <a:gd name="T41" fmla="*/ 183 h 274"/>
                <a:gd name="T42" fmla="*/ 141 w 180"/>
                <a:gd name="T43" fmla="*/ 274 h 274"/>
                <a:gd name="T44" fmla="*/ 145 w 180"/>
                <a:gd name="T45" fmla="*/ 273 h 274"/>
                <a:gd name="T46" fmla="*/ 163 w 180"/>
                <a:gd name="T47" fmla="*/ 272 h 274"/>
                <a:gd name="T48" fmla="*/ 180 w 180"/>
                <a:gd name="T49" fmla="*/ 273 h 274"/>
                <a:gd name="T50" fmla="*/ 180 w 180"/>
                <a:gd name="T51" fmla="*/ 178 h 274"/>
                <a:gd name="T52" fmla="*/ 174 w 180"/>
                <a:gd name="T53" fmla="*/ 125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0" h="274">
                  <a:moveTo>
                    <a:pt x="174" y="125"/>
                  </a:moveTo>
                  <a:lnTo>
                    <a:pt x="174" y="125"/>
                  </a:lnTo>
                  <a:cubicBezTo>
                    <a:pt x="169" y="115"/>
                    <a:pt x="162" y="108"/>
                    <a:pt x="153" y="104"/>
                  </a:cubicBezTo>
                  <a:cubicBezTo>
                    <a:pt x="144" y="99"/>
                    <a:pt x="135" y="97"/>
                    <a:pt x="125" y="97"/>
                  </a:cubicBezTo>
                  <a:cubicBezTo>
                    <a:pt x="113" y="97"/>
                    <a:pt x="99" y="100"/>
                    <a:pt x="89" y="107"/>
                  </a:cubicBezTo>
                  <a:cubicBezTo>
                    <a:pt x="79" y="113"/>
                    <a:pt x="67" y="123"/>
                    <a:pt x="58" y="136"/>
                  </a:cubicBezTo>
                  <a:lnTo>
                    <a:pt x="58" y="0"/>
                  </a:lnTo>
                  <a:lnTo>
                    <a:pt x="12" y="3"/>
                  </a:lnTo>
                  <a:lnTo>
                    <a:pt x="8" y="4"/>
                  </a:lnTo>
                  <a:cubicBezTo>
                    <a:pt x="2" y="4"/>
                    <a:pt x="0" y="6"/>
                    <a:pt x="0" y="9"/>
                  </a:cubicBezTo>
                  <a:cubicBezTo>
                    <a:pt x="0" y="13"/>
                    <a:pt x="2" y="15"/>
                    <a:pt x="8" y="15"/>
                  </a:cubicBezTo>
                  <a:cubicBezTo>
                    <a:pt x="20" y="17"/>
                    <a:pt x="18" y="21"/>
                    <a:pt x="18" y="42"/>
                  </a:cubicBezTo>
                  <a:lnTo>
                    <a:pt x="18" y="273"/>
                  </a:lnTo>
                  <a:cubicBezTo>
                    <a:pt x="23" y="273"/>
                    <a:pt x="28" y="272"/>
                    <a:pt x="36" y="272"/>
                  </a:cubicBezTo>
                  <a:cubicBezTo>
                    <a:pt x="43" y="272"/>
                    <a:pt x="52" y="273"/>
                    <a:pt x="58" y="274"/>
                  </a:cubicBezTo>
                  <a:lnTo>
                    <a:pt x="58" y="179"/>
                  </a:lnTo>
                  <a:cubicBezTo>
                    <a:pt x="58" y="168"/>
                    <a:pt x="61" y="160"/>
                    <a:pt x="66" y="152"/>
                  </a:cubicBezTo>
                  <a:cubicBezTo>
                    <a:pt x="71" y="146"/>
                    <a:pt x="76" y="139"/>
                    <a:pt x="81" y="135"/>
                  </a:cubicBezTo>
                  <a:cubicBezTo>
                    <a:pt x="90" y="128"/>
                    <a:pt x="103" y="125"/>
                    <a:pt x="113" y="125"/>
                  </a:cubicBezTo>
                  <a:cubicBezTo>
                    <a:pt x="124" y="125"/>
                    <a:pt x="132" y="129"/>
                    <a:pt x="136" y="137"/>
                  </a:cubicBezTo>
                  <a:cubicBezTo>
                    <a:pt x="139" y="146"/>
                    <a:pt x="141" y="154"/>
                    <a:pt x="141" y="183"/>
                  </a:cubicBezTo>
                  <a:lnTo>
                    <a:pt x="141" y="274"/>
                  </a:lnTo>
                  <a:cubicBezTo>
                    <a:pt x="142" y="274"/>
                    <a:pt x="143" y="274"/>
                    <a:pt x="145" y="273"/>
                  </a:cubicBezTo>
                  <a:cubicBezTo>
                    <a:pt x="151" y="273"/>
                    <a:pt x="160" y="272"/>
                    <a:pt x="163" y="272"/>
                  </a:cubicBezTo>
                  <a:cubicBezTo>
                    <a:pt x="174" y="272"/>
                    <a:pt x="176" y="272"/>
                    <a:pt x="180" y="273"/>
                  </a:cubicBezTo>
                  <a:lnTo>
                    <a:pt x="180" y="178"/>
                  </a:lnTo>
                  <a:cubicBezTo>
                    <a:pt x="180" y="151"/>
                    <a:pt x="179" y="135"/>
                    <a:pt x="174" y="12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xmlns="" id="{5AFCA421-C44B-49AA-8043-BEABC452EC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26" y="2914"/>
              <a:ext cx="104" cy="172"/>
            </a:xfrm>
            <a:custGeom>
              <a:avLst/>
              <a:gdLst>
                <a:gd name="T0" fmla="*/ 133 w 173"/>
                <a:gd name="T1" fmla="*/ 201 h 277"/>
                <a:gd name="T2" fmla="*/ 133 w 173"/>
                <a:gd name="T3" fmla="*/ 201 h 277"/>
                <a:gd name="T4" fmla="*/ 126 w 173"/>
                <a:gd name="T5" fmla="*/ 226 h 277"/>
                <a:gd name="T6" fmla="*/ 87 w 173"/>
                <a:gd name="T7" fmla="*/ 248 h 277"/>
                <a:gd name="T8" fmla="*/ 43 w 173"/>
                <a:gd name="T9" fmla="*/ 184 h 277"/>
                <a:gd name="T10" fmla="*/ 91 w 173"/>
                <a:gd name="T11" fmla="*/ 117 h 277"/>
                <a:gd name="T12" fmla="*/ 126 w 173"/>
                <a:gd name="T13" fmla="*/ 135 h 277"/>
                <a:gd name="T14" fmla="*/ 133 w 173"/>
                <a:gd name="T15" fmla="*/ 160 h 277"/>
                <a:gd name="T16" fmla="*/ 133 w 173"/>
                <a:gd name="T17" fmla="*/ 201 h 277"/>
                <a:gd name="T18" fmla="*/ 133 w 173"/>
                <a:gd name="T19" fmla="*/ 201 h 277"/>
                <a:gd name="T20" fmla="*/ 126 w 173"/>
                <a:gd name="T21" fmla="*/ 3 h 277"/>
                <a:gd name="T22" fmla="*/ 126 w 173"/>
                <a:gd name="T23" fmla="*/ 3 h 277"/>
                <a:gd name="T24" fmla="*/ 122 w 173"/>
                <a:gd name="T25" fmla="*/ 4 h 277"/>
                <a:gd name="T26" fmla="*/ 114 w 173"/>
                <a:gd name="T27" fmla="*/ 9 h 277"/>
                <a:gd name="T28" fmla="*/ 122 w 173"/>
                <a:gd name="T29" fmla="*/ 15 h 277"/>
                <a:gd name="T30" fmla="*/ 133 w 173"/>
                <a:gd name="T31" fmla="*/ 42 h 277"/>
                <a:gd name="T32" fmla="*/ 133 w 173"/>
                <a:gd name="T33" fmla="*/ 116 h 277"/>
                <a:gd name="T34" fmla="*/ 88 w 173"/>
                <a:gd name="T35" fmla="*/ 98 h 277"/>
                <a:gd name="T36" fmla="*/ 0 w 173"/>
                <a:gd name="T37" fmla="*/ 192 h 277"/>
                <a:gd name="T38" fmla="*/ 81 w 173"/>
                <a:gd name="T39" fmla="*/ 277 h 277"/>
                <a:gd name="T40" fmla="*/ 111 w 173"/>
                <a:gd name="T41" fmla="*/ 269 h 277"/>
                <a:gd name="T42" fmla="*/ 133 w 173"/>
                <a:gd name="T43" fmla="*/ 246 h 277"/>
                <a:gd name="T44" fmla="*/ 133 w 173"/>
                <a:gd name="T45" fmla="*/ 274 h 277"/>
                <a:gd name="T46" fmla="*/ 173 w 173"/>
                <a:gd name="T47" fmla="*/ 270 h 277"/>
                <a:gd name="T48" fmla="*/ 173 w 173"/>
                <a:gd name="T49" fmla="*/ 0 h 277"/>
                <a:gd name="T50" fmla="*/ 126 w 173"/>
                <a:gd name="T51" fmla="*/ 3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73" h="277">
                  <a:moveTo>
                    <a:pt x="133" y="201"/>
                  </a:moveTo>
                  <a:lnTo>
                    <a:pt x="133" y="201"/>
                  </a:lnTo>
                  <a:cubicBezTo>
                    <a:pt x="133" y="209"/>
                    <a:pt x="130" y="219"/>
                    <a:pt x="126" y="226"/>
                  </a:cubicBezTo>
                  <a:cubicBezTo>
                    <a:pt x="119" y="238"/>
                    <a:pt x="106" y="248"/>
                    <a:pt x="87" y="248"/>
                  </a:cubicBezTo>
                  <a:cubicBezTo>
                    <a:pt x="59" y="248"/>
                    <a:pt x="43" y="226"/>
                    <a:pt x="43" y="184"/>
                  </a:cubicBezTo>
                  <a:cubicBezTo>
                    <a:pt x="43" y="145"/>
                    <a:pt x="62" y="117"/>
                    <a:pt x="91" y="117"/>
                  </a:cubicBezTo>
                  <a:cubicBezTo>
                    <a:pt x="108" y="117"/>
                    <a:pt x="118" y="125"/>
                    <a:pt x="126" y="135"/>
                  </a:cubicBezTo>
                  <a:cubicBezTo>
                    <a:pt x="130" y="141"/>
                    <a:pt x="133" y="152"/>
                    <a:pt x="133" y="160"/>
                  </a:cubicBezTo>
                  <a:lnTo>
                    <a:pt x="133" y="201"/>
                  </a:lnTo>
                  <a:lnTo>
                    <a:pt x="133" y="201"/>
                  </a:lnTo>
                  <a:close/>
                  <a:moveTo>
                    <a:pt x="126" y="3"/>
                  </a:moveTo>
                  <a:lnTo>
                    <a:pt x="126" y="3"/>
                  </a:lnTo>
                  <a:lnTo>
                    <a:pt x="122" y="4"/>
                  </a:lnTo>
                  <a:cubicBezTo>
                    <a:pt x="116" y="4"/>
                    <a:pt x="114" y="6"/>
                    <a:pt x="114" y="9"/>
                  </a:cubicBezTo>
                  <a:cubicBezTo>
                    <a:pt x="114" y="13"/>
                    <a:pt x="116" y="15"/>
                    <a:pt x="122" y="15"/>
                  </a:cubicBezTo>
                  <a:cubicBezTo>
                    <a:pt x="134" y="17"/>
                    <a:pt x="133" y="21"/>
                    <a:pt x="133" y="42"/>
                  </a:cubicBezTo>
                  <a:lnTo>
                    <a:pt x="133" y="116"/>
                  </a:lnTo>
                  <a:cubicBezTo>
                    <a:pt x="122" y="105"/>
                    <a:pt x="107" y="98"/>
                    <a:pt x="88" y="98"/>
                  </a:cubicBezTo>
                  <a:cubicBezTo>
                    <a:pt x="36" y="98"/>
                    <a:pt x="0" y="136"/>
                    <a:pt x="0" y="192"/>
                  </a:cubicBezTo>
                  <a:cubicBezTo>
                    <a:pt x="0" y="240"/>
                    <a:pt x="34" y="277"/>
                    <a:pt x="81" y="277"/>
                  </a:cubicBezTo>
                  <a:cubicBezTo>
                    <a:pt x="92" y="277"/>
                    <a:pt x="102" y="274"/>
                    <a:pt x="111" y="269"/>
                  </a:cubicBezTo>
                  <a:cubicBezTo>
                    <a:pt x="119" y="264"/>
                    <a:pt x="127" y="256"/>
                    <a:pt x="133" y="246"/>
                  </a:cubicBezTo>
                  <a:lnTo>
                    <a:pt x="133" y="274"/>
                  </a:lnTo>
                  <a:lnTo>
                    <a:pt x="173" y="270"/>
                  </a:lnTo>
                  <a:lnTo>
                    <a:pt x="173" y="0"/>
                  </a:lnTo>
                  <a:lnTo>
                    <a:pt x="12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2" name="Freeform 21">
              <a:extLst>
                <a:ext uri="{FF2B5EF4-FFF2-40B4-BE49-F238E27FC236}">
                  <a16:creationId xmlns:a16="http://schemas.microsoft.com/office/drawing/2014/main" xmlns="" id="{90CB968E-B21A-48CC-BF68-2B41BC0A5E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2" y="2974"/>
              <a:ext cx="110" cy="111"/>
            </a:xfrm>
            <a:custGeom>
              <a:avLst/>
              <a:gdLst>
                <a:gd name="T0" fmla="*/ 130 w 182"/>
                <a:gd name="T1" fmla="*/ 1 h 178"/>
                <a:gd name="T2" fmla="*/ 130 w 182"/>
                <a:gd name="T3" fmla="*/ 1 h 178"/>
                <a:gd name="T4" fmla="*/ 59 w 182"/>
                <a:gd name="T5" fmla="*/ 40 h 178"/>
                <a:gd name="T6" fmla="*/ 59 w 182"/>
                <a:gd name="T7" fmla="*/ 0 h 178"/>
                <a:gd name="T8" fmla="*/ 12 w 182"/>
                <a:gd name="T9" fmla="*/ 4 h 178"/>
                <a:gd name="T10" fmla="*/ 8 w 182"/>
                <a:gd name="T11" fmla="*/ 5 h 178"/>
                <a:gd name="T12" fmla="*/ 0 w 182"/>
                <a:gd name="T13" fmla="*/ 10 h 178"/>
                <a:gd name="T14" fmla="*/ 8 w 182"/>
                <a:gd name="T15" fmla="*/ 16 h 178"/>
                <a:gd name="T16" fmla="*/ 19 w 182"/>
                <a:gd name="T17" fmla="*/ 43 h 178"/>
                <a:gd name="T18" fmla="*/ 19 w 182"/>
                <a:gd name="T19" fmla="*/ 177 h 178"/>
                <a:gd name="T20" fmla="*/ 39 w 182"/>
                <a:gd name="T21" fmla="*/ 176 h 178"/>
                <a:gd name="T22" fmla="*/ 59 w 182"/>
                <a:gd name="T23" fmla="*/ 177 h 178"/>
                <a:gd name="T24" fmla="*/ 59 w 182"/>
                <a:gd name="T25" fmla="*/ 80 h 178"/>
                <a:gd name="T26" fmla="*/ 65 w 182"/>
                <a:gd name="T27" fmla="*/ 62 h 178"/>
                <a:gd name="T28" fmla="*/ 114 w 182"/>
                <a:gd name="T29" fmla="*/ 29 h 178"/>
                <a:gd name="T30" fmla="*/ 142 w 182"/>
                <a:gd name="T31" fmla="*/ 75 h 178"/>
                <a:gd name="T32" fmla="*/ 142 w 182"/>
                <a:gd name="T33" fmla="*/ 178 h 178"/>
                <a:gd name="T34" fmla="*/ 163 w 182"/>
                <a:gd name="T35" fmla="*/ 176 h 178"/>
                <a:gd name="T36" fmla="*/ 182 w 182"/>
                <a:gd name="T37" fmla="*/ 178 h 178"/>
                <a:gd name="T38" fmla="*/ 182 w 182"/>
                <a:gd name="T39" fmla="*/ 58 h 178"/>
                <a:gd name="T40" fmla="*/ 130 w 182"/>
                <a:gd name="T41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2" h="178">
                  <a:moveTo>
                    <a:pt x="130" y="1"/>
                  </a:moveTo>
                  <a:lnTo>
                    <a:pt x="130" y="1"/>
                  </a:lnTo>
                  <a:cubicBezTo>
                    <a:pt x="101" y="1"/>
                    <a:pt x="72" y="23"/>
                    <a:pt x="59" y="40"/>
                  </a:cubicBezTo>
                  <a:lnTo>
                    <a:pt x="59" y="0"/>
                  </a:lnTo>
                  <a:lnTo>
                    <a:pt x="12" y="4"/>
                  </a:lnTo>
                  <a:lnTo>
                    <a:pt x="8" y="5"/>
                  </a:lnTo>
                  <a:cubicBezTo>
                    <a:pt x="3" y="5"/>
                    <a:pt x="0" y="7"/>
                    <a:pt x="0" y="10"/>
                  </a:cubicBezTo>
                  <a:cubicBezTo>
                    <a:pt x="0" y="14"/>
                    <a:pt x="3" y="16"/>
                    <a:pt x="8" y="16"/>
                  </a:cubicBezTo>
                  <a:cubicBezTo>
                    <a:pt x="18" y="17"/>
                    <a:pt x="19" y="21"/>
                    <a:pt x="19" y="43"/>
                  </a:cubicBezTo>
                  <a:lnTo>
                    <a:pt x="19" y="177"/>
                  </a:lnTo>
                  <a:cubicBezTo>
                    <a:pt x="25" y="177"/>
                    <a:pt x="32" y="176"/>
                    <a:pt x="39" y="176"/>
                  </a:cubicBezTo>
                  <a:cubicBezTo>
                    <a:pt x="47" y="176"/>
                    <a:pt x="53" y="177"/>
                    <a:pt x="59" y="177"/>
                  </a:cubicBezTo>
                  <a:lnTo>
                    <a:pt x="59" y="80"/>
                  </a:lnTo>
                  <a:cubicBezTo>
                    <a:pt x="59" y="73"/>
                    <a:pt x="62" y="66"/>
                    <a:pt x="65" y="62"/>
                  </a:cubicBezTo>
                  <a:cubicBezTo>
                    <a:pt x="73" y="50"/>
                    <a:pt x="91" y="29"/>
                    <a:pt x="114" y="29"/>
                  </a:cubicBezTo>
                  <a:cubicBezTo>
                    <a:pt x="135" y="29"/>
                    <a:pt x="142" y="39"/>
                    <a:pt x="142" y="75"/>
                  </a:cubicBezTo>
                  <a:lnTo>
                    <a:pt x="142" y="178"/>
                  </a:lnTo>
                  <a:cubicBezTo>
                    <a:pt x="149" y="177"/>
                    <a:pt x="154" y="176"/>
                    <a:pt x="163" y="176"/>
                  </a:cubicBezTo>
                  <a:cubicBezTo>
                    <a:pt x="172" y="176"/>
                    <a:pt x="177" y="177"/>
                    <a:pt x="182" y="178"/>
                  </a:cubicBezTo>
                  <a:lnTo>
                    <a:pt x="182" y="58"/>
                  </a:lnTo>
                  <a:cubicBezTo>
                    <a:pt x="182" y="24"/>
                    <a:pt x="164" y="1"/>
                    <a:pt x="13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3" name="Freeform 22">
              <a:extLst>
                <a:ext uri="{FF2B5EF4-FFF2-40B4-BE49-F238E27FC236}">
                  <a16:creationId xmlns:a16="http://schemas.microsoft.com/office/drawing/2014/main" xmlns="" id="{68DCE117-7ADD-4751-95CC-47A8A45A7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5" y="2917"/>
              <a:ext cx="164" cy="170"/>
            </a:xfrm>
            <a:custGeom>
              <a:avLst/>
              <a:gdLst>
                <a:gd name="T0" fmla="*/ 270 w 272"/>
                <a:gd name="T1" fmla="*/ 142 h 274"/>
                <a:gd name="T2" fmla="*/ 270 w 272"/>
                <a:gd name="T3" fmla="*/ 142 h 274"/>
                <a:gd name="T4" fmla="*/ 221 w 272"/>
                <a:gd name="T5" fmla="*/ 144 h 274"/>
                <a:gd name="T6" fmla="*/ 191 w 272"/>
                <a:gd name="T7" fmla="*/ 144 h 274"/>
                <a:gd name="T8" fmla="*/ 184 w 272"/>
                <a:gd name="T9" fmla="*/ 149 h 274"/>
                <a:gd name="T10" fmla="*/ 192 w 272"/>
                <a:gd name="T11" fmla="*/ 155 h 274"/>
                <a:gd name="T12" fmla="*/ 221 w 272"/>
                <a:gd name="T13" fmla="*/ 172 h 274"/>
                <a:gd name="T14" fmla="*/ 224 w 272"/>
                <a:gd name="T15" fmla="*/ 208 h 274"/>
                <a:gd name="T16" fmla="*/ 152 w 272"/>
                <a:gd name="T17" fmla="*/ 252 h 274"/>
                <a:gd name="T18" fmla="*/ 55 w 272"/>
                <a:gd name="T19" fmla="*/ 136 h 274"/>
                <a:gd name="T20" fmla="*/ 153 w 272"/>
                <a:gd name="T21" fmla="*/ 23 h 274"/>
                <a:gd name="T22" fmla="*/ 258 w 272"/>
                <a:gd name="T23" fmla="*/ 88 h 274"/>
                <a:gd name="T24" fmla="*/ 266 w 272"/>
                <a:gd name="T25" fmla="*/ 95 h 274"/>
                <a:gd name="T26" fmla="*/ 272 w 272"/>
                <a:gd name="T27" fmla="*/ 89 h 274"/>
                <a:gd name="T28" fmla="*/ 271 w 272"/>
                <a:gd name="T29" fmla="*/ 82 h 274"/>
                <a:gd name="T30" fmla="*/ 268 w 272"/>
                <a:gd name="T31" fmla="*/ 53 h 274"/>
                <a:gd name="T32" fmla="*/ 265 w 272"/>
                <a:gd name="T33" fmla="*/ 24 h 274"/>
                <a:gd name="T34" fmla="*/ 152 w 272"/>
                <a:gd name="T35" fmla="*/ 0 h 274"/>
                <a:gd name="T36" fmla="*/ 39 w 272"/>
                <a:gd name="T37" fmla="*/ 42 h 274"/>
                <a:gd name="T38" fmla="*/ 0 w 272"/>
                <a:gd name="T39" fmla="*/ 142 h 274"/>
                <a:gd name="T40" fmla="*/ 19 w 272"/>
                <a:gd name="T41" fmla="*/ 212 h 274"/>
                <a:gd name="T42" fmla="*/ 71 w 272"/>
                <a:gd name="T43" fmla="*/ 258 h 274"/>
                <a:gd name="T44" fmla="*/ 145 w 272"/>
                <a:gd name="T45" fmla="*/ 274 h 274"/>
                <a:gd name="T46" fmla="*/ 194 w 272"/>
                <a:gd name="T47" fmla="*/ 268 h 274"/>
                <a:gd name="T48" fmla="*/ 242 w 272"/>
                <a:gd name="T49" fmla="*/ 250 h 274"/>
                <a:gd name="T50" fmla="*/ 266 w 272"/>
                <a:gd name="T51" fmla="*/ 236 h 274"/>
                <a:gd name="T52" fmla="*/ 267 w 272"/>
                <a:gd name="T53" fmla="*/ 222 h 274"/>
                <a:gd name="T54" fmla="*/ 270 w 272"/>
                <a:gd name="T55" fmla="*/ 142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2" h="274">
                  <a:moveTo>
                    <a:pt x="270" y="142"/>
                  </a:moveTo>
                  <a:lnTo>
                    <a:pt x="270" y="142"/>
                  </a:lnTo>
                  <a:lnTo>
                    <a:pt x="221" y="144"/>
                  </a:lnTo>
                  <a:lnTo>
                    <a:pt x="191" y="144"/>
                  </a:lnTo>
                  <a:cubicBezTo>
                    <a:pt x="186" y="144"/>
                    <a:pt x="184" y="146"/>
                    <a:pt x="184" y="149"/>
                  </a:cubicBezTo>
                  <a:cubicBezTo>
                    <a:pt x="184" y="153"/>
                    <a:pt x="187" y="155"/>
                    <a:pt x="192" y="155"/>
                  </a:cubicBezTo>
                  <a:cubicBezTo>
                    <a:pt x="211" y="157"/>
                    <a:pt x="216" y="161"/>
                    <a:pt x="221" y="172"/>
                  </a:cubicBezTo>
                  <a:cubicBezTo>
                    <a:pt x="223" y="178"/>
                    <a:pt x="224" y="187"/>
                    <a:pt x="224" y="208"/>
                  </a:cubicBezTo>
                  <a:cubicBezTo>
                    <a:pt x="224" y="228"/>
                    <a:pt x="197" y="252"/>
                    <a:pt x="152" y="252"/>
                  </a:cubicBezTo>
                  <a:cubicBezTo>
                    <a:pt x="101" y="252"/>
                    <a:pt x="55" y="206"/>
                    <a:pt x="55" y="136"/>
                  </a:cubicBezTo>
                  <a:cubicBezTo>
                    <a:pt x="55" y="60"/>
                    <a:pt x="104" y="23"/>
                    <a:pt x="153" y="23"/>
                  </a:cubicBezTo>
                  <a:cubicBezTo>
                    <a:pt x="208" y="23"/>
                    <a:pt x="240" y="50"/>
                    <a:pt x="258" y="88"/>
                  </a:cubicBezTo>
                  <a:cubicBezTo>
                    <a:pt x="260" y="93"/>
                    <a:pt x="263" y="95"/>
                    <a:pt x="266" y="95"/>
                  </a:cubicBezTo>
                  <a:cubicBezTo>
                    <a:pt x="270" y="95"/>
                    <a:pt x="272" y="93"/>
                    <a:pt x="272" y="89"/>
                  </a:cubicBezTo>
                  <a:cubicBezTo>
                    <a:pt x="272" y="87"/>
                    <a:pt x="271" y="85"/>
                    <a:pt x="271" y="82"/>
                  </a:cubicBezTo>
                  <a:cubicBezTo>
                    <a:pt x="271" y="82"/>
                    <a:pt x="269" y="56"/>
                    <a:pt x="268" y="53"/>
                  </a:cubicBezTo>
                  <a:cubicBezTo>
                    <a:pt x="267" y="44"/>
                    <a:pt x="265" y="24"/>
                    <a:pt x="265" y="24"/>
                  </a:cubicBezTo>
                  <a:cubicBezTo>
                    <a:pt x="265" y="24"/>
                    <a:pt x="218" y="0"/>
                    <a:pt x="152" y="0"/>
                  </a:cubicBezTo>
                  <a:cubicBezTo>
                    <a:pt x="106" y="0"/>
                    <a:pt x="66" y="14"/>
                    <a:pt x="39" y="42"/>
                  </a:cubicBezTo>
                  <a:cubicBezTo>
                    <a:pt x="13" y="70"/>
                    <a:pt x="0" y="103"/>
                    <a:pt x="0" y="142"/>
                  </a:cubicBezTo>
                  <a:cubicBezTo>
                    <a:pt x="0" y="169"/>
                    <a:pt x="6" y="192"/>
                    <a:pt x="19" y="212"/>
                  </a:cubicBezTo>
                  <a:cubicBezTo>
                    <a:pt x="32" y="232"/>
                    <a:pt x="50" y="247"/>
                    <a:pt x="71" y="258"/>
                  </a:cubicBezTo>
                  <a:cubicBezTo>
                    <a:pt x="93" y="268"/>
                    <a:pt x="118" y="274"/>
                    <a:pt x="145" y="274"/>
                  </a:cubicBezTo>
                  <a:cubicBezTo>
                    <a:pt x="161" y="274"/>
                    <a:pt x="178" y="272"/>
                    <a:pt x="194" y="268"/>
                  </a:cubicBezTo>
                  <a:cubicBezTo>
                    <a:pt x="211" y="264"/>
                    <a:pt x="227" y="258"/>
                    <a:pt x="242" y="250"/>
                  </a:cubicBezTo>
                  <a:cubicBezTo>
                    <a:pt x="258" y="242"/>
                    <a:pt x="266" y="237"/>
                    <a:pt x="266" y="236"/>
                  </a:cubicBezTo>
                  <a:cubicBezTo>
                    <a:pt x="266" y="235"/>
                    <a:pt x="266" y="231"/>
                    <a:pt x="267" y="222"/>
                  </a:cubicBezTo>
                  <a:cubicBezTo>
                    <a:pt x="268" y="185"/>
                    <a:pt x="270" y="142"/>
                    <a:pt x="270" y="14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xmlns="" id="{026165B1-574D-413D-88E4-AA74FE6CF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74" y="2973"/>
              <a:ext cx="124" cy="178"/>
            </a:xfrm>
            <a:custGeom>
              <a:avLst/>
              <a:gdLst>
                <a:gd name="T0" fmla="*/ 92 w 207"/>
                <a:gd name="T1" fmla="*/ 110 h 287"/>
                <a:gd name="T2" fmla="*/ 92 w 207"/>
                <a:gd name="T3" fmla="*/ 110 h 287"/>
                <a:gd name="T4" fmla="*/ 54 w 207"/>
                <a:gd name="T5" fmla="*/ 63 h 287"/>
                <a:gd name="T6" fmla="*/ 86 w 207"/>
                <a:gd name="T7" fmla="*/ 21 h 287"/>
                <a:gd name="T8" fmla="*/ 121 w 207"/>
                <a:gd name="T9" fmla="*/ 68 h 287"/>
                <a:gd name="T10" fmla="*/ 92 w 207"/>
                <a:gd name="T11" fmla="*/ 110 h 287"/>
                <a:gd name="T12" fmla="*/ 104 w 207"/>
                <a:gd name="T13" fmla="*/ 195 h 287"/>
                <a:gd name="T14" fmla="*/ 104 w 207"/>
                <a:gd name="T15" fmla="*/ 195 h 287"/>
                <a:gd name="T16" fmla="*/ 164 w 207"/>
                <a:gd name="T17" fmla="*/ 224 h 287"/>
                <a:gd name="T18" fmla="*/ 90 w 207"/>
                <a:gd name="T19" fmla="*/ 263 h 287"/>
                <a:gd name="T20" fmla="*/ 34 w 207"/>
                <a:gd name="T21" fmla="*/ 233 h 287"/>
                <a:gd name="T22" fmla="*/ 104 w 207"/>
                <a:gd name="T23" fmla="*/ 195 h 287"/>
                <a:gd name="T24" fmla="*/ 186 w 207"/>
                <a:gd name="T25" fmla="*/ 0 h 287"/>
                <a:gd name="T26" fmla="*/ 186 w 207"/>
                <a:gd name="T27" fmla="*/ 0 h 287"/>
                <a:gd name="T28" fmla="*/ 145 w 207"/>
                <a:gd name="T29" fmla="*/ 21 h 287"/>
                <a:gd name="T30" fmla="*/ 93 w 207"/>
                <a:gd name="T31" fmla="*/ 2 h 287"/>
                <a:gd name="T32" fmla="*/ 13 w 207"/>
                <a:gd name="T33" fmla="*/ 68 h 287"/>
                <a:gd name="T34" fmla="*/ 47 w 207"/>
                <a:gd name="T35" fmla="*/ 120 h 287"/>
                <a:gd name="T36" fmla="*/ 18 w 207"/>
                <a:gd name="T37" fmla="*/ 153 h 287"/>
                <a:gd name="T38" fmla="*/ 49 w 207"/>
                <a:gd name="T39" fmla="*/ 187 h 287"/>
                <a:gd name="T40" fmla="*/ 0 w 207"/>
                <a:gd name="T41" fmla="*/ 238 h 287"/>
                <a:gd name="T42" fmla="*/ 81 w 207"/>
                <a:gd name="T43" fmla="*/ 287 h 287"/>
                <a:gd name="T44" fmla="*/ 194 w 207"/>
                <a:gd name="T45" fmla="*/ 212 h 287"/>
                <a:gd name="T46" fmla="*/ 119 w 207"/>
                <a:gd name="T47" fmla="*/ 167 h 287"/>
                <a:gd name="T48" fmla="*/ 49 w 207"/>
                <a:gd name="T49" fmla="*/ 150 h 287"/>
                <a:gd name="T50" fmla="*/ 83 w 207"/>
                <a:gd name="T51" fmla="*/ 129 h 287"/>
                <a:gd name="T52" fmla="*/ 126 w 207"/>
                <a:gd name="T53" fmla="*/ 120 h 287"/>
                <a:gd name="T54" fmla="*/ 163 w 207"/>
                <a:gd name="T55" fmla="*/ 63 h 287"/>
                <a:gd name="T56" fmla="*/ 154 w 207"/>
                <a:gd name="T57" fmla="*/ 32 h 287"/>
                <a:gd name="T58" fmla="*/ 166 w 207"/>
                <a:gd name="T59" fmla="*/ 27 h 287"/>
                <a:gd name="T60" fmla="*/ 197 w 207"/>
                <a:gd name="T61" fmla="*/ 21 h 287"/>
                <a:gd name="T62" fmla="*/ 206 w 207"/>
                <a:gd name="T63" fmla="*/ 11 h 287"/>
                <a:gd name="T64" fmla="*/ 186 w 207"/>
                <a:gd name="T65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7" h="287">
                  <a:moveTo>
                    <a:pt x="92" y="110"/>
                  </a:moveTo>
                  <a:lnTo>
                    <a:pt x="92" y="110"/>
                  </a:lnTo>
                  <a:cubicBezTo>
                    <a:pt x="73" y="110"/>
                    <a:pt x="54" y="94"/>
                    <a:pt x="54" y="63"/>
                  </a:cubicBezTo>
                  <a:cubicBezTo>
                    <a:pt x="54" y="37"/>
                    <a:pt x="66" y="21"/>
                    <a:pt x="86" y="21"/>
                  </a:cubicBezTo>
                  <a:cubicBezTo>
                    <a:pt x="105" y="21"/>
                    <a:pt x="121" y="38"/>
                    <a:pt x="121" y="68"/>
                  </a:cubicBezTo>
                  <a:cubicBezTo>
                    <a:pt x="121" y="94"/>
                    <a:pt x="111" y="110"/>
                    <a:pt x="92" y="110"/>
                  </a:cubicBezTo>
                  <a:close/>
                  <a:moveTo>
                    <a:pt x="104" y="195"/>
                  </a:moveTo>
                  <a:lnTo>
                    <a:pt x="104" y="195"/>
                  </a:lnTo>
                  <a:cubicBezTo>
                    <a:pt x="142" y="195"/>
                    <a:pt x="164" y="206"/>
                    <a:pt x="164" y="224"/>
                  </a:cubicBezTo>
                  <a:cubicBezTo>
                    <a:pt x="164" y="243"/>
                    <a:pt x="135" y="263"/>
                    <a:pt x="90" y="263"/>
                  </a:cubicBezTo>
                  <a:cubicBezTo>
                    <a:pt x="58" y="263"/>
                    <a:pt x="34" y="252"/>
                    <a:pt x="34" y="233"/>
                  </a:cubicBezTo>
                  <a:cubicBezTo>
                    <a:pt x="34" y="212"/>
                    <a:pt x="61" y="195"/>
                    <a:pt x="104" y="195"/>
                  </a:cubicBezTo>
                  <a:close/>
                  <a:moveTo>
                    <a:pt x="186" y="0"/>
                  </a:moveTo>
                  <a:lnTo>
                    <a:pt x="186" y="0"/>
                  </a:lnTo>
                  <a:cubicBezTo>
                    <a:pt x="175" y="0"/>
                    <a:pt x="161" y="7"/>
                    <a:pt x="145" y="21"/>
                  </a:cubicBezTo>
                  <a:cubicBezTo>
                    <a:pt x="133" y="9"/>
                    <a:pt x="115" y="2"/>
                    <a:pt x="93" y="2"/>
                  </a:cubicBezTo>
                  <a:cubicBezTo>
                    <a:pt x="51" y="2"/>
                    <a:pt x="13" y="25"/>
                    <a:pt x="13" y="68"/>
                  </a:cubicBezTo>
                  <a:cubicBezTo>
                    <a:pt x="13" y="94"/>
                    <a:pt x="27" y="111"/>
                    <a:pt x="47" y="120"/>
                  </a:cubicBezTo>
                  <a:cubicBezTo>
                    <a:pt x="32" y="126"/>
                    <a:pt x="18" y="137"/>
                    <a:pt x="18" y="153"/>
                  </a:cubicBezTo>
                  <a:cubicBezTo>
                    <a:pt x="18" y="169"/>
                    <a:pt x="30" y="181"/>
                    <a:pt x="49" y="187"/>
                  </a:cubicBezTo>
                  <a:cubicBezTo>
                    <a:pt x="17" y="199"/>
                    <a:pt x="0" y="216"/>
                    <a:pt x="0" y="238"/>
                  </a:cubicBezTo>
                  <a:cubicBezTo>
                    <a:pt x="0" y="260"/>
                    <a:pt x="18" y="287"/>
                    <a:pt x="81" y="287"/>
                  </a:cubicBezTo>
                  <a:cubicBezTo>
                    <a:pt x="145" y="287"/>
                    <a:pt x="194" y="259"/>
                    <a:pt x="194" y="212"/>
                  </a:cubicBezTo>
                  <a:cubicBezTo>
                    <a:pt x="194" y="187"/>
                    <a:pt x="168" y="167"/>
                    <a:pt x="119" y="167"/>
                  </a:cubicBezTo>
                  <a:cubicBezTo>
                    <a:pt x="63" y="166"/>
                    <a:pt x="49" y="161"/>
                    <a:pt x="49" y="150"/>
                  </a:cubicBezTo>
                  <a:cubicBezTo>
                    <a:pt x="49" y="139"/>
                    <a:pt x="57" y="132"/>
                    <a:pt x="83" y="129"/>
                  </a:cubicBezTo>
                  <a:cubicBezTo>
                    <a:pt x="101" y="128"/>
                    <a:pt x="116" y="125"/>
                    <a:pt x="126" y="120"/>
                  </a:cubicBezTo>
                  <a:cubicBezTo>
                    <a:pt x="149" y="110"/>
                    <a:pt x="163" y="91"/>
                    <a:pt x="163" y="63"/>
                  </a:cubicBezTo>
                  <a:cubicBezTo>
                    <a:pt x="163" y="52"/>
                    <a:pt x="160" y="42"/>
                    <a:pt x="154" y="32"/>
                  </a:cubicBezTo>
                  <a:cubicBezTo>
                    <a:pt x="158" y="30"/>
                    <a:pt x="163" y="28"/>
                    <a:pt x="166" y="27"/>
                  </a:cubicBezTo>
                  <a:cubicBezTo>
                    <a:pt x="174" y="24"/>
                    <a:pt x="185" y="21"/>
                    <a:pt x="197" y="21"/>
                  </a:cubicBezTo>
                  <a:cubicBezTo>
                    <a:pt x="207" y="21"/>
                    <a:pt x="206" y="21"/>
                    <a:pt x="206" y="11"/>
                  </a:cubicBezTo>
                  <a:cubicBezTo>
                    <a:pt x="206" y="0"/>
                    <a:pt x="206" y="0"/>
                    <a:pt x="18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xmlns="" id="{F5E21C43-18FB-43FD-9D7A-87E0D0BDBE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83" y="2942"/>
              <a:ext cx="87" cy="144"/>
            </a:xfrm>
            <a:custGeom>
              <a:avLst/>
              <a:gdLst>
                <a:gd name="T0" fmla="*/ 77 w 146"/>
                <a:gd name="T1" fmla="*/ 56 h 232"/>
                <a:gd name="T2" fmla="*/ 77 w 146"/>
                <a:gd name="T3" fmla="*/ 56 h 232"/>
                <a:gd name="T4" fmla="*/ 129 w 146"/>
                <a:gd name="T5" fmla="*/ 56 h 232"/>
                <a:gd name="T6" fmla="*/ 140 w 146"/>
                <a:gd name="T7" fmla="*/ 64 h 232"/>
                <a:gd name="T8" fmla="*/ 129 w 146"/>
                <a:gd name="T9" fmla="*/ 73 h 232"/>
                <a:gd name="T10" fmla="*/ 77 w 146"/>
                <a:gd name="T11" fmla="*/ 73 h 232"/>
                <a:gd name="T12" fmla="*/ 77 w 146"/>
                <a:gd name="T13" fmla="*/ 165 h 232"/>
                <a:gd name="T14" fmla="*/ 79 w 146"/>
                <a:gd name="T15" fmla="*/ 190 h 232"/>
                <a:gd name="T16" fmla="*/ 89 w 146"/>
                <a:gd name="T17" fmla="*/ 203 h 232"/>
                <a:gd name="T18" fmla="*/ 111 w 146"/>
                <a:gd name="T19" fmla="*/ 209 h 232"/>
                <a:gd name="T20" fmla="*/ 138 w 146"/>
                <a:gd name="T21" fmla="*/ 204 h 232"/>
                <a:gd name="T22" fmla="*/ 142 w 146"/>
                <a:gd name="T23" fmla="*/ 202 h 232"/>
                <a:gd name="T24" fmla="*/ 146 w 146"/>
                <a:gd name="T25" fmla="*/ 206 h 232"/>
                <a:gd name="T26" fmla="*/ 130 w 146"/>
                <a:gd name="T27" fmla="*/ 222 h 232"/>
                <a:gd name="T28" fmla="*/ 92 w 146"/>
                <a:gd name="T29" fmla="*/ 232 h 232"/>
                <a:gd name="T30" fmla="*/ 37 w 146"/>
                <a:gd name="T31" fmla="*/ 175 h 232"/>
                <a:gd name="T32" fmla="*/ 37 w 146"/>
                <a:gd name="T33" fmla="*/ 73 h 232"/>
                <a:gd name="T34" fmla="*/ 8 w 146"/>
                <a:gd name="T35" fmla="*/ 73 h 232"/>
                <a:gd name="T36" fmla="*/ 0 w 146"/>
                <a:gd name="T37" fmla="*/ 67 h 232"/>
                <a:gd name="T38" fmla="*/ 6 w 146"/>
                <a:gd name="T39" fmla="*/ 61 h 232"/>
                <a:gd name="T40" fmla="*/ 67 w 146"/>
                <a:gd name="T41" fmla="*/ 6 h 232"/>
                <a:gd name="T42" fmla="*/ 73 w 146"/>
                <a:gd name="T43" fmla="*/ 0 h 232"/>
                <a:gd name="T44" fmla="*/ 77 w 146"/>
                <a:gd name="T45" fmla="*/ 9 h 232"/>
                <a:gd name="T46" fmla="*/ 77 w 146"/>
                <a:gd name="T47" fmla="*/ 5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6" h="232">
                  <a:moveTo>
                    <a:pt x="77" y="56"/>
                  </a:moveTo>
                  <a:lnTo>
                    <a:pt x="77" y="56"/>
                  </a:lnTo>
                  <a:lnTo>
                    <a:pt x="129" y="56"/>
                  </a:lnTo>
                  <a:cubicBezTo>
                    <a:pt x="134" y="56"/>
                    <a:pt x="140" y="58"/>
                    <a:pt x="140" y="64"/>
                  </a:cubicBezTo>
                  <a:cubicBezTo>
                    <a:pt x="140" y="70"/>
                    <a:pt x="135" y="73"/>
                    <a:pt x="129" y="73"/>
                  </a:cubicBezTo>
                  <a:lnTo>
                    <a:pt x="77" y="73"/>
                  </a:lnTo>
                  <a:lnTo>
                    <a:pt x="77" y="165"/>
                  </a:lnTo>
                  <a:cubicBezTo>
                    <a:pt x="77" y="178"/>
                    <a:pt x="78" y="185"/>
                    <a:pt x="79" y="190"/>
                  </a:cubicBezTo>
                  <a:cubicBezTo>
                    <a:pt x="81" y="195"/>
                    <a:pt x="84" y="200"/>
                    <a:pt x="89" y="203"/>
                  </a:cubicBezTo>
                  <a:cubicBezTo>
                    <a:pt x="94" y="207"/>
                    <a:pt x="103" y="209"/>
                    <a:pt x="111" y="209"/>
                  </a:cubicBezTo>
                  <a:cubicBezTo>
                    <a:pt x="124" y="209"/>
                    <a:pt x="133" y="207"/>
                    <a:pt x="138" y="204"/>
                  </a:cubicBezTo>
                  <a:cubicBezTo>
                    <a:pt x="140" y="203"/>
                    <a:pt x="141" y="202"/>
                    <a:pt x="142" y="202"/>
                  </a:cubicBezTo>
                  <a:cubicBezTo>
                    <a:pt x="145" y="202"/>
                    <a:pt x="146" y="204"/>
                    <a:pt x="146" y="206"/>
                  </a:cubicBezTo>
                  <a:cubicBezTo>
                    <a:pt x="146" y="210"/>
                    <a:pt x="141" y="216"/>
                    <a:pt x="130" y="222"/>
                  </a:cubicBezTo>
                  <a:cubicBezTo>
                    <a:pt x="119" y="229"/>
                    <a:pt x="106" y="232"/>
                    <a:pt x="92" y="232"/>
                  </a:cubicBezTo>
                  <a:cubicBezTo>
                    <a:pt x="55" y="232"/>
                    <a:pt x="37" y="213"/>
                    <a:pt x="37" y="175"/>
                  </a:cubicBezTo>
                  <a:lnTo>
                    <a:pt x="37" y="73"/>
                  </a:lnTo>
                  <a:lnTo>
                    <a:pt x="8" y="73"/>
                  </a:lnTo>
                  <a:cubicBezTo>
                    <a:pt x="3" y="73"/>
                    <a:pt x="0" y="70"/>
                    <a:pt x="0" y="67"/>
                  </a:cubicBezTo>
                  <a:cubicBezTo>
                    <a:pt x="0" y="65"/>
                    <a:pt x="2" y="63"/>
                    <a:pt x="6" y="61"/>
                  </a:cubicBezTo>
                  <a:cubicBezTo>
                    <a:pt x="34" y="52"/>
                    <a:pt x="57" y="32"/>
                    <a:pt x="67" y="6"/>
                  </a:cubicBezTo>
                  <a:cubicBezTo>
                    <a:pt x="68" y="2"/>
                    <a:pt x="70" y="0"/>
                    <a:pt x="73" y="0"/>
                  </a:cubicBezTo>
                  <a:cubicBezTo>
                    <a:pt x="76" y="0"/>
                    <a:pt x="77" y="3"/>
                    <a:pt x="77" y="9"/>
                  </a:cubicBezTo>
                  <a:lnTo>
                    <a:pt x="77" y="5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1028441"/>
              <a:endParaRPr lang="en-GB" sz="2000">
                <a:solidFill>
                  <a:prstClr val="black"/>
                </a:solidFill>
              </a:endParaRPr>
            </a:p>
          </p:txBody>
        </p:sp>
      </p:grp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xmlns="" id="{4DA1465E-E1FC-AF4D-A7A0-50F9712C97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07" t="6424" r="39968" b="13693"/>
          <a:stretch/>
        </p:blipFill>
        <p:spPr>
          <a:xfrm>
            <a:off x="8184232" y="1196752"/>
            <a:ext cx="2620897" cy="4711361"/>
          </a:xfrm>
          <a:custGeom>
            <a:avLst/>
            <a:gdLst>
              <a:gd name="connsiteX0" fmla="*/ 2557476 w 2620897"/>
              <a:gd name="connsiteY0" fmla="*/ 0 h 4711361"/>
              <a:gd name="connsiteX1" fmla="*/ 2578026 w 2620897"/>
              <a:gd name="connsiteY1" fmla="*/ 0 h 4711361"/>
              <a:gd name="connsiteX2" fmla="*/ 2620897 w 2620897"/>
              <a:gd name="connsiteY2" fmla="*/ 4711361 h 4711361"/>
              <a:gd name="connsiteX3" fmla="*/ 37726 w 2620897"/>
              <a:gd name="connsiteY3" fmla="*/ 3305295 h 4711361"/>
              <a:gd name="connsiteX4" fmla="*/ 0 w 2620897"/>
              <a:gd name="connsiteY4" fmla="*/ 1303508 h 471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20897" h="4711361">
                <a:moveTo>
                  <a:pt x="2557476" y="0"/>
                </a:moveTo>
                <a:lnTo>
                  <a:pt x="2578026" y="0"/>
                </a:lnTo>
                <a:lnTo>
                  <a:pt x="2620897" y="4711361"/>
                </a:lnTo>
                <a:lnTo>
                  <a:pt x="37726" y="3305295"/>
                </a:lnTo>
                <a:lnTo>
                  <a:pt x="0" y="130350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1851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>
          <p15:clr>
            <a:srgbClr val="FBAE40"/>
          </p15:clr>
        </p15:guide>
        <p15:guide id="2" pos="4702">
          <p15:clr>
            <a:srgbClr val="FBAE40"/>
          </p15:clr>
        </p15:guide>
        <p15:guide id="3" orient="horz" pos="2024">
          <p15:clr>
            <a:srgbClr val="FBAE40"/>
          </p15:clr>
        </p15:guide>
        <p15:guide id="4" orient="horz" pos="18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93AB0CA-E381-8B45-A91B-775C9F43BC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88" y="-315416"/>
            <a:ext cx="12288688" cy="8192459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BAEA383E-0825-44D7-BA27-846CD0541B96}"/>
              </a:ext>
            </a:extLst>
          </p:cNvPr>
          <p:cNvSpPr/>
          <p:nvPr userDrawn="1"/>
        </p:nvSpPr>
        <p:spPr>
          <a:xfrm>
            <a:off x="10" y="0"/>
            <a:ext cx="4990889" cy="6858000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8" rIns="91424" bIns="45718" rtlCol="0" anchor="ctr"/>
          <a:lstStyle/>
          <a:p>
            <a:pPr algn="ctr" defTabSz="1028441"/>
            <a:endParaRPr lang="en-US" sz="1700" dirty="0">
              <a:solidFill>
                <a:prstClr val="whit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ACDB60-C0C4-46DB-B55F-524A70E417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7" y="3213103"/>
            <a:ext cx="3960813" cy="270844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1" cap="none" baseline="0">
                <a:solidFill>
                  <a:schemeClr val="accent3"/>
                </a:solidFill>
              </a:defRPr>
            </a:lvl1pPr>
            <a:lvl2pPr marL="457107" indent="0" algn="ctr">
              <a:buNone/>
              <a:defRPr sz="2000"/>
            </a:lvl2pPr>
            <a:lvl3pPr marL="914218" indent="0" algn="ctr">
              <a:buNone/>
              <a:defRPr sz="1900"/>
            </a:lvl3pPr>
            <a:lvl4pPr marL="1371328" indent="0" algn="ctr">
              <a:buNone/>
              <a:defRPr sz="1600"/>
            </a:lvl4pPr>
            <a:lvl5pPr marL="1828437" indent="0" algn="ctr">
              <a:buNone/>
              <a:defRPr sz="1600"/>
            </a:lvl5pPr>
            <a:lvl6pPr marL="2285550" indent="0" algn="ctr">
              <a:buNone/>
              <a:defRPr sz="1600"/>
            </a:lvl6pPr>
            <a:lvl7pPr marL="2742654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093C2D3F-14E1-4EF5-A433-1A51AD10A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2605755"/>
            <a:ext cx="3960813" cy="391455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6C93341-39E1-4BB1-A0CF-D8457F95A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244220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2933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orient="horz" pos="1888" userDrawn="1">
          <p15:clr>
            <a:srgbClr val="FBAE40"/>
          </p15:clr>
        </p15:guide>
        <p15:guide id="4" orient="horz" pos="202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ue_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F525753-21EC-9A42-8E61-4D462D5AF6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5416"/>
            <a:ext cx="12199533" cy="813302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xmlns="" id="{BAEA383E-0825-44D7-BA27-846CD0541B96}"/>
              </a:ext>
            </a:extLst>
          </p:cNvPr>
          <p:cNvSpPr/>
          <p:nvPr userDrawn="1"/>
        </p:nvSpPr>
        <p:spPr>
          <a:xfrm>
            <a:off x="10" y="0"/>
            <a:ext cx="4990889" cy="6858000"/>
          </a:xfrm>
          <a:prstGeom prst="rect">
            <a:avLst/>
          </a:prstGeom>
          <a:solidFill>
            <a:schemeClr val="tx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8" rIns="91424" bIns="45718" rtlCol="0" anchor="ctr"/>
          <a:lstStyle/>
          <a:p>
            <a:pPr algn="ctr" defTabSz="1028441"/>
            <a:endParaRPr lang="en-US" sz="1700" dirty="0">
              <a:solidFill>
                <a:prstClr val="white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FACDB60-C0C4-46DB-B55F-524A70E417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7" y="3213103"/>
            <a:ext cx="3960813" cy="270844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1" cap="none" baseline="0">
                <a:solidFill>
                  <a:schemeClr val="accent3"/>
                </a:solidFill>
              </a:defRPr>
            </a:lvl1pPr>
            <a:lvl2pPr marL="457107" indent="0" algn="ctr">
              <a:buNone/>
              <a:defRPr sz="2000"/>
            </a:lvl2pPr>
            <a:lvl3pPr marL="914218" indent="0" algn="ctr">
              <a:buNone/>
              <a:defRPr sz="1900"/>
            </a:lvl3pPr>
            <a:lvl4pPr marL="1371328" indent="0" algn="ctr">
              <a:buNone/>
              <a:defRPr sz="1600"/>
            </a:lvl4pPr>
            <a:lvl5pPr marL="1828437" indent="0" algn="ctr">
              <a:buNone/>
              <a:defRPr sz="1600"/>
            </a:lvl5pPr>
            <a:lvl6pPr marL="2285550" indent="0" algn="ctr">
              <a:buNone/>
              <a:defRPr sz="1600"/>
            </a:lvl6pPr>
            <a:lvl7pPr marL="2742654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093C2D3F-14E1-4EF5-A433-1A51AD10A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7" y="2605755"/>
            <a:ext cx="3960813" cy="391455"/>
          </a:xfrm>
        </p:spPr>
        <p:txBody>
          <a:bodyPr anchor="b" anchorCtr="0"/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36C93341-39E1-4BB1-A0CF-D8457F95A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181281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2933">
          <p15:clr>
            <a:srgbClr val="FBAE40"/>
          </p15:clr>
        </p15:guide>
        <p15:guide id="2" pos="438">
          <p15:clr>
            <a:srgbClr val="FBAE40"/>
          </p15:clr>
        </p15:guide>
        <p15:guide id="3" orient="horz" pos="1888">
          <p15:clr>
            <a:srgbClr val="FBAE40"/>
          </p15:clr>
        </p15:guide>
        <p15:guide id="4" orient="horz" pos="20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1 Column_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E17EB6-AB81-4073-92C1-2EFFB8598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19EE389-BBC3-45AF-A8B0-21BAB3C0CC49}"/>
              </a:ext>
            </a:extLst>
          </p:cNvPr>
          <p:cNvSpPr/>
          <p:nvPr userDrawn="1"/>
        </p:nvSpPr>
        <p:spPr>
          <a:xfrm>
            <a:off x="0" y="0"/>
            <a:ext cx="1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8" rIns="91424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441"/>
            <a:endParaRPr lang="en-GB" sz="2000">
              <a:solidFill>
                <a:prstClr val="white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3836B61-A839-43D6-9710-A875C88018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915F81F8-91B4-4240-B3C5-614A78EF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xmlns="" id="{4B58655C-AB43-40BD-83AE-DD3241D75D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196516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210" userDrawn="1">
          <p15:clr>
            <a:srgbClr val="FBAE40"/>
          </p15:clr>
        </p15:guide>
        <p15:guide id="4" orient="horz" pos="1207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E17EB6-AB81-4073-92C1-2EFFB859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32" y="1916114"/>
            <a:ext cx="7129463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19EE389-BBC3-45AF-A8B0-21BAB3C0CC49}"/>
              </a:ext>
            </a:extLst>
          </p:cNvPr>
          <p:cNvSpPr/>
          <p:nvPr userDrawn="1"/>
        </p:nvSpPr>
        <p:spPr>
          <a:xfrm>
            <a:off x="0" y="0"/>
            <a:ext cx="1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8" rIns="91424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441"/>
            <a:endParaRPr lang="en-GB" sz="2000">
              <a:solidFill>
                <a:prstClr val="white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FBEB8436-E54E-4EC6-BC47-4B87FD6BA4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792483-8EE9-4C44-A324-D7348706BA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430D6B4-C53A-4D2F-A951-2D5BBA1B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280043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929" userDrawn="1">
          <p15:clr>
            <a:srgbClr val="FBAE40"/>
          </p15:clr>
        </p15:guide>
        <p15:guide id="2" pos="438" userDrawn="1">
          <p15:clr>
            <a:srgbClr val="FBAE40"/>
          </p15:clr>
        </p15:guide>
        <p15:guide id="3" orient="horz" pos="3974" userDrawn="1">
          <p15:clr>
            <a:srgbClr val="FBAE40"/>
          </p15:clr>
        </p15:guide>
        <p15:guide id="4" orient="horz" pos="1207" userDrawn="1">
          <p15:clr>
            <a:srgbClr val="FBAE40"/>
          </p15:clr>
        </p15:guide>
        <p15:guide id="5" orient="horz" pos="210" userDrawn="1">
          <p15:clr>
            <a:srgbClr val="FBAE40"/>
          </p15:clr>
        </p15:guide>
        <p15:guide id="6" pos="7242" userDrawn="1">
          <p15:clr>
            <a:srgbClr val="FBAE40"/>
          </p15:clr>
        </p15:guide>
        <p15:guide id="7" pos="511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C33B65-BD42-4EC1-827C-F998123C48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 baseline="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E17EB6-AB81-4073-92C1-2EFFB859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916114"/>
            <a:ext cx="5256675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79A31C-0AF3-43B9-B629-31C83774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19EE389-BBC3-45AF-A8B0-21BAB3C0CC49}"/>
              </a:ext>
            </a:extLst>
          </p:cNvPr>
          <p:cNvSpPr/>
          <p:nvPr userDrawn="1"/>
        </p:nvSpPr>
        <p:spPr>
          <a:xfrm>
            <a:off x="0" y="0"/>
            <a:ext cx="1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8" rIns="91424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441"/>
            <a:endParaRPr lang="en-GB" sz="2000">
              <a:solidFill>
                <a:prstClr val="white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2711B01F-8ED4-4C35-95D4-0B8D6F1C52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0001" y="1916114"/>
            <a:ext cx="5256675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D4E03E84-9EF8-4C97-B940-9213479C79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31578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210" userDrawn="1">
          <p15:clr>
            <a:srgbClr val="FBAE40"/>
          </p15:clr>
        </p15:guide>
        <p15:guide id="4" orient="horz" pos="1207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3749" userDrawn="1">
          <p15:clr>
            <a:srgbClr val="FBAE40"/>
          </p15:clr>
        </p15:guide>
        <p15:guide id="7" pos="393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C33B65-BD42-4EC1-827C-F998123C48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E17EB6-AB81-4073-92C1-2EFFB859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35" y="1916114"/>
            <a:ext cx="3384551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79A31C-0AF3-43B9-B629-31C83774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19EE389-BBC3-45AF-A8B0-21BAB3C0CC49}"/>
              </a:ext>
            </a:extLst>
          </p:cNvPr>
          <p:cNvSpPr/>
          <p:nvPr userDrawn="1"/>
        </p:nvSpPr>
        <p:spPr>
          <a:xfrm>
            <a:off x="0" y="0"/>
            <a:ext cx="1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8" rIns="91424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441"/>
            <a:endParaRPr lang="en-GB" sz="2000">
              <a:solidFill>
                <a:prstClr val="white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2711B01F-8ED4-4C35-95D4-0B8D6F1C52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12128" y="1916114"/>
            <a:ext cx="3384551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xmlns="" id="{43E4A85C-2B86-4305-B30B-ACD454ECA6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3732" y="1916113"/>
            <a:ext cx="3384551" cy="439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16E37BF-44F4-41E1-A3EB-7DBF5636B3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110142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pos="2570" userDrawn="1">
          <p15:clr>
            <a:srgbClr val="FBAE40"/>
          </p15:clr>
        </p15:guide>
        <p15:guide id="4" orient="horz" pos="210" userDrawn="1">
          <p15:clr>
            <a:srgbClr val="FBAE40"/>
          </p15:clr>
        </p15:guide>
        <p15:guide id="5" orient="horz" pos="1207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  <p15:guide id="7" pos="2774" userDrawn="1">
          <p15:clr>
            <a:srgbClr val="FBAE40"/>
          </p15:clr>
        </p15:guide>
        <p15:guide id="8" pos="5110" userDrawn="1">
          <p15:clr>
            <a:srgbClr val="FBAE40"/>
          </p15:clr>
        </p15:guide>
        <p15:guide id="9" pos="490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C33B65-BD42-4EC1-827C-F998123C48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E17EB6-AB81-4073-92C1-2EFFB8598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916114"/>
            <a:ext cx="2520000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379A31C-0AF3-43B9-B629-31C83774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19EE389-BBC3-45AF-A8B0-21BAB3C0CC49}"/>
              </a:ext>
            </a:extLst>
          </p:cNvPr>
          <p:cNvSpPr/>
          <p:nvPr userDrawn="1"/>
        </p:nvSpPr>
        <p:spPr>
          <a:xfrm>
            <a:off x="0" y="0"/>
            <a:ext cx="1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8" rIns="91424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441"/>
            <a:endParaRPr lang="en-GB" sz="2000">
              <a:solidFill>
                <a:prstClr val="white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2711B01F-8ED4-4C35-95D4-0B8D6F1C52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04464" y="1916114"/>
            <a:ext cx="2592213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xmlns="" id="{43E4A85C-2B86-4305-B30B-ACD454ECA6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31704" y="1916114"/>
            <a:ext cx="2520000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xmlns="" id="{C1AB19C1-CD19-4767-8562-8CD5A6DC1CF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68083" y="1916114"/>
            <a:ext cx="2520000" cy="43926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BEE1C28A-C2C9-4C66-91DF-4706EC7E24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115633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pos="438" userDrawn="1">
          <p15:clr>
            <a:srgbClr val="FBAE40"/>
          </p15:clr>
        </p15:guide>
        <p15:guide id="2" pos="7242" userDrawn="1">
          <p15:clr>
            <a:srgbClr val="FBAE40"/>
          </p15:clr>
        </p15:guide>
        <p15:guide id="3" orient="horz" pos="210" userDrawn="1">
          <p15:clr>
            <a:srgbClr val="FBAE40"/>
          </p15:clr>
        </p15:guide>
        <p15:guide id="4" orient="horz" pos="1207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2026" userDrawn="1">
          <p15:clr>
            <a:srgbClr val="FBAE40"/>
          </p15:clr>
        </p15:guide>
        <p15:guide id="7" pos="2162" userDrawn="1">
          <p15:clr>
            <a:srgbClr val="FBAE40"/>
          </p15:clr>
        </p15:guide>
        <p15:guide id="8" pos="3749" userDrawn="1">
          <p15:clr>
            <a:srgbClr val="FBAE40"/>
          </p15:clr>
        </p15:guide>
        <p15:guide id="9" pos="3885" userDrawn="1">
          <p15:clr>
            <a:srgbClr val="FBAE40"/>
          </p15:clr>
        </p15:guide>
        <p15:guide id="10" pos="5473" userDrawn="1">
          <p15:clr>
            <a:srgbClr val="FBAE40"/>
          </p15:clr>
        </p15:guide>
        <p15:guide id="11" pos="560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5C6FB52E-94A6-449A-A4BC-AAB60991822F}"/>
              </a:ext>
            </a:extLst>
          </p:cNvPr>
          <p:cNvSpPr/>
          <p:nvPr userDrawn="1"/>
        </p:nvSpPr>
        <p:spPr>
          <a:xfrm>
            <a:off x="0" y="0"/>
            <a:ext cx="118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24" tIns="45718" rIns="91424" bIns="457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28441"/>
            <a:endParaRPr lang="en-GB" sz="2000">
              <a:solidFill>
                <a:prstClr val="whit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52B08078-2177-4DBD-9D98-A60167CA13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901" y="146409"/>
            <a:ext cx="931975" cy="540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xmlns="" id="{695F4B8F-8E3C-4F99-9429-DB1C934710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799F87-1A97-4CC8-8579-772BEE0C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293090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207" userDrawn="1">
          <p15:clr>
            <a:srgbClr val="FBAE40"/>
          </p15:clr>
        </p15:guide>
        <p15:guide id="2" orient="horz" pos="3974" userDrawn="1">
          <p15:clr>
            <a:srgbClr val="FBAE40"/>
          </p15:clr>
        </p15:guide>
        <p15:guide id="3" orient="horz" pos="210" userDrawn="1">
          <p15:clr>
            <a:srgbClr val="FBAE40"/>
          </p15:clr>
        </p15:guide>
        <p15:guide id="4" pos="438" userDrawn="1">
          <p15:clr>
            <a:srgbClr val="FBAE40"/>
          </p15:clr>
        </p15:guide>
        <p15:guide id="5" pos="724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CB9DF7C-E1DE-4C2A-A81B-63E161FE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‹#›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 dirty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</a:p>
        </p:txBody>
      </p:sp>
    </p:spTree>
    <p:extLst>
      <p:ext uri="{BB962C8B-B14F-4D97-AF65-F5344CB8AC3E}">
        <p14:creationId xmlns:p14="http://schemas.microsoft.com/office/powerpoint/2010/main" val="237751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37C54EF-935C-4E26-8610-320C2E59F7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680" y="2542312"/>
            <a:ext cx="3060640" cy="177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9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C37C54EF-935C-4E26-8610-320C2E59F7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680" y="2542312"/>
            <a:ext cx="3060640" cy="177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6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280BA94-A2CA-4279-8219-D6084A93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2656"/>
            <a:ext cx="9697875" cy="3202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716A17E-8A89-4D99-BAF5-A7030917C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32" y="1916114"/>
            <a:ext cx="10801351" cy="43926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028441"/>
            <a:r>
              <a:rPr lang="en-GB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  <a:endParaRPr lang="en-GB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02A402-6AA9-4C93-A6E2-04EF02384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676" y="6567964"/>
            <a:ext cx="335925" cy="14362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defTabSz="1028441"/>
            <a:fld id="{6B05F80C-F707-4395-A9D4-C8A803BCF77B}" type="slidenum">
              <a:rPr lang="en-GB" smtClean="0">
                <a:solidFill>
                  <a:prstClr val="black"/>
                </a:solidFill>
              </a:rPr>
              <a:pPr defTabSz="1028441"/>
              <a:t>‹#›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26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67" r:id="rId2"/>
    <p:sldLayoutId id="2147483968" r:id="rId3"/>
    <p:sldLayoutId id="2147483906" r:id="rId4"/>
    <p:sldLayoutId id="2147483966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  <p:sldLayoutId id="2147483914" r:id="rId12"/>
    <p:sldLayoutId id="2147483915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218" rtl="0" eaLnBrk="1" latinLnBrk="0" hangingPunct="1">
        <a:lnSpc>
          <a:spcPct val="90000"/>
        </a:lnSpc>
        <a:spcBef>
          <a:spcPct val="0"/>
        </a:spcBef>
        <a:buNone/>
        <a:defRPr sz="23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1968" indent="-161968" algn="l" defTabSz="914218" rtl="0" eaLnBrk="1" latinLnBrk="0" hangingPunct="1">
        <a:lnSpc>
          <a:spcPct val="110000"/>
        </a:lnSpc>
        <a:spcBef>
          <a:spcPts val="800"/>
        </a:spcBef>
        <a:buClr>
          <a:schemeClr val="accent1"/>
        </a:buClr>
        <a:buFont typeface="Lucida Sans Unicode" panose="020B06020305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77925" indent="-215957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—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893" indent="-161968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∘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01861" indent="-161968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3829" indent="-161968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8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8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7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30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7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8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8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7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50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4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7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6280BA94-A2CA-4279-8219-D6084A93B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32656"/>
            <a:ext cx="9697875" cy="3202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716A17E-8A89-4D99-BAF5-A7030917C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32" y="1916114"/>
            <a:ext cx="10801351" cy="439261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E11334-37CE-431C-9F55-1A492CC3F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16001" y="6588491"/>
            <a:ext cx="4680675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defTabSz="1028441"/>
            <a:r>
              <a:rPr lang="en-GB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  <a:endParaRPr lang="en-GB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802A402-6AA9-4C93-A6E2-04EF02384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6676" y="6567964"/>
            <a:ext cx="335925" cy="143629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pPr defTabSz="1028441"/>
            <a:fld id="{6B05F80C-F707-4395-A9D4-C8A803BCF77B}" type="slidenum">
              <a:rPr lang="en-GB" smtClean="0">
                <a:solidFill>
                  <a:prstClr val="black"/>
                </a:solidFill>
              </a:rPr>
              <a:pPr defTabSz="1028441"/>
              <a:t>‹#›</a:t>
            </a:fld>
            <a:endParaRPr lang="en-GB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265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218" rtl="0" eaLnBrk="1" latinLnBrk="0" hangingPunct="1">
        <a:lnSpc>
          <a:spcPct val="90000"/>
        </a:lnSpc>
        <a:spcBef>
          <a:spcPct val="0"/>
        </a:spcBef>
        <a:buNone/>
        <a:defRPr sz="23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61968" indent="-161968" algn="l" defTabSz="914218" rtl="0" eaLnBrk="1" latinLnBrk="0" hangingPunct="1">
        <a:lnSpc>
          <a:spcPct val="110000"/>
        </a:lnSpc>
        <a:spcBef>
          <a:spcPts val="800"/>
        </a:spcBef>
        <a:buClr>
          <a:schemeClr val="accent1"/>
        </a:buClr>
        <a:buFont typeface="Lucida Sans Unicode" panose="020B06020305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77925" indent="-215957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—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893" indent="-161968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∘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01861" indent="-161968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▪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3829" indent="-161968" algn="l" defTabSz="914218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Lucida Sans Unicode" panose="020B06020305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8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8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7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30" indent="-228557" algn="l" defTabSz="9142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7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8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8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7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50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4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7" algn="l" defTabSz="91421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65B0A15D-A596-A047-AA24-F75A41E6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3284984"/>
            <a:ext cx="6745275" cy="786369"/>
          </a:xfrm>
        </p:spPr>
        <p:txBody>
          <a:bodyPr/>
          <a:lstStyle/>
          <a:p>
            <a:r>
              <a:rPr kumimoji="1" lang="en-US" altLang="ja-JP" dirty="0"/>
              <a:t>Konica Minolta Healthcare </a:t>
            </a:r>
            <a:br>
              <a:rPr kumimoji="1" lang="en-US" altLang="ja-JP" dirty="0"/>
            </a:br>
            <a:r>
              <a:rPr kumimoji="1" lang="en-US" altLang="ja-JP" dirty="0" smtClean="0"/>
              <a:t>Playbook Virtual Dashboard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C9689A-9B13-3F4A-961C-0F2D0D3868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  <a:endParaRPr lang="en-GB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624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5F80C-F707-4395-A9D4-C8A803BCF77B}" type="slidenum">
              <a:rPr lang="en-GB" smtClean="0">
                <a:solidFill>
                  <a:prstClr val="black"/>
                </a:solidFill>
              </a:rPr>
              <a:pPr/>
              <a:t>2</a:t>
            </a:fld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5325" y="332656"/>
            <a:ext cx="9697875" cy="324448"/>
          </a:xfrm>
        </p:spPr>
        <p:txBody>
          <a:bodyPr/>
          <a:lstStyle/>
          <a:p>
            <a:r>
              <a:rPr lang="en-US" dirty="0" smtClean="0"/>
              <a:t>Healthcare Playbook Virtual Dashboard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© KONICA MINOLTA</a:t>
            </a:r>
            <a:endParaRPr lang="en-GB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61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1_Konica Minolta">
  <a:themeElements>
    <a:clrScheme name="Konica Minolta">
      <a:dk1>
        <a:sysClr val="windowText" lastClr="000000"/>
      </a:dk1>
      <a:lt1>
        <a:sysClr val="window" lastClr="FFFFFF"/>
      </a:lt1>
      <a:dk2>
        <a:srgbClr val="C1E5F4"/>
      </a:dk2>
      <a:lt2>
        <a:srgbClr val="BEE2DD"/>
      </a:lt2>
      <a:accent1>
        <a:srgbClr val="0062C2"/>
      </a:accent1>
      <a:accent2>
        <a:srgbClr val="009EB7"/>
      </a:accent2>
      <a:accent3>
        <a:srgbClr val="C0167B"/>
      </a:accent3>
      <a:accent4>
        <a:srgbClr val="CEA100"/>
      </a:accent4>
      <a:accent5>
        <a:srgbClr val="826FB0"/>
      </a:accent5>
      <a:accent6>
        <a:srgbClr val="E5E3DF"/>
      </a:accent6>
      <a:hlink>
        <a:srgbClr val="0062C2"/>
      </a:hlink>
      <a:folHlink>
        <a:srgbClr val="000000"/>
      </a:folHlink>
    </a:clrScheme>
    <a:fontScheme name="Konica Minolta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Konica Minolta">
  <a:themeElements>
    <a:clrScheme name="Konica Minolta">
      <a:dk1>
        <a:sysClr val="windowText" lastClr="000000"/>
      </a:dk1>
      <a:lt1>
        <a:sysClr val="window" lastClr="FFFFFF"/>
      </a:lt1>
      <a:dk2>
        <a:srgbClr val="C1E5F4"/>
      </a:dk2>
      <a:lt2>
        <a:srgbClr val="BEE2DD"/>
      </a:lt2>
      <a:accent1>
        <a:srgbClr val="0062C2"/>
      </a:accent1>
      <a:accent2>
        <a:srgbClr val="009EB7"/>
      </a:accent2>
      <a:accent3>
        <a:srgbClr val="C0167B"/>
      </a:accent3>
      <a:accent4>
        <a:srgbClr val="CEA100"/>
      </a:accent4>
      <a:accent5>
        <a:srgbClr val="826FB0"/>
      </a:accent5>
      <a:accent6>
        <a:srgbClr val="E5E3DF"/>
      </a:accent6>
      <a:hlink>
        <a:srgbClr val="0062C2"/>
      </a:hlink>
      <a:folHlink>
        <a:srgbClr val="000000"/>
      </a:folHlink>
    </a:clrScheme>
    <a:fontScheme name="Konica Minolta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theme-amends-bt-framework_cd3</Template>
  <TotalTime>3140</TotalTime>
  <Words>20</Words>
  <Application>Microsoft Macintosh PowerPoint</Application>
  <PresentationFormat>Custom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Lucida Sans Unicode</vt:lpstr>
      <vt:lpstr>ＭＳ Ｐゴシック</vt:lpstr>
      <vt:lpstr>Microsoft Sans Serif</vt:lpstr>
      <vt:lpstr>Rambla</vt:lpstr>
      <vt:lpstr>Franklin Gothic Demi</vt:lpstr>
      <vt:lpstr>Lucida Sans</vt:lpstr>
      <vt:lpstr>Calibri</vt:lpstr>
      <vt:lpstr>1_Konica Minolta</vt:lpstr>
      <vt:lpstr>2_Konica Minolta</vt:lpstr>
      <vt:lpstr>Konica Minolta Healthcare  Playbook Virtual Dashboard</vt:lpstr>
      <vt:lpstr>Healthcare Playbook Virtual Dashboard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KUWABARA</dc:creator>
  <cp:lastModifiedBy>Instructional Designer</cp:lastModifiedBy>
  <cp:revision>260</cp:revision>
  <dcterms:created xsi:type="dcterms:W3CDTF">2019-04-22T06:37:34Z</dcterms:created>
  <dcterms:modified xsi:type="dcterms:W3CDTF">2021-04-30T18:04:09Z</dcterms:modified>
</cp:coreProperties>
</file>