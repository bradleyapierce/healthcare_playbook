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86594" autoAdjust="0"/>
  </p:normalViewPr>
  <p:slideViewPr>
    <p:cSldViewPr>
      <p:cViewPr varScale="1">
        <p:scale>
          <a:sx n="109" d="100"/>
          <a:sy n="109" d="100"/>
        </p:scale>
        <p:origin x="300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AA5E4-F4AC-43A6-9B75-7E9CDE9AA626}" type="datetimeFigureOut">
              <a:rPr lang="en-US" smtClean="0"/>
              <a:t>10/4/21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6527-3F4F-42B0-B358-635C70355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44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AA5E4-F4AC-43A6-9B75-7E9CDE9AA626}" type="datetimeFigureOut">
              <a:rPr lang="en-US" smtClean="0"/>
              <a:t>10/4/21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6527-3F4F-42B0-B358-635C70355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85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AA5E4-F4AC-43A6-9B75-7E9CDE9AA626}" type="datetimeFigureOut">
              <a:rPr lang="en-US" smtClean="0"/>
              <a:t>10/4/21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6527-3F4F-42B0-B358-635C70355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2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AA5E4-F4AC-43A6-9B75-7E9CDE9AA626}" type="datetimeFigureOut">
              <a:rPr lang="en-US" smtClean="0"/>
              <a:t>10/4/21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6527-3F4F-42B0-B358-635C70355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18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AA5E4-F4AC-43A6-9B75-7E9CDE9AA626}" type="datetimeFigureOut">
              <a:rPr lang="en-US" smtClean="0"/>
              <a:t>10/4/21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6527-3F4F-42B0-B358-635C70355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0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AA5E4-F4AC-43A6-9B75-7E9CDE9AA626}" type="datetimeFigureOut">
              <a:rPr lang="en-US" smtClean="0"/>
              <a:t>10/4/21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6527-3F4F-42B0-B358-635C70355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1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AA5E4-F4AC-43A6-9B75-7E9CDE9AA626}" type="datetimeFigureOut">
              <a:rPr lang="en-US" smtClean="0"/>
              <a:t>10/4/21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6527-3F4F-42B0-B358-635C70355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6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AA5E4-F4AC-43A6-9B75-7E9CDE9AA626}" type="datetimeFigureOut">
              <a:rPr lang="en-US" smtClean="0"/>
              <a:t>10/4/21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6527-3F4F-42B0-B358-635C70355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67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AA5E4-F4AC-43A6-9B75-7E9CDE9AA626}" type="datetimeFigureOut">
              <a:rPr lang="en-US" smtClean="0"/>
              <a:t>10/4/21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6527-3F4F-42B0-B358-635C70355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36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AA5E4-F4AC-43A6-9B75-7E9CDE9AA626}" type="datetimeFigureOut">
              <a:rPr lang="en-US" smtClean="0"/>
              <a:t>10/4/21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6527-3F4F-42B0-B358-635C70355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61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AA5E4-F4AC-43A6-9B75-7E9CDE9AA626}" type="datetimeFigureOut">
              <a:rPr lang="en-US" smtClean="0"/>
              <a:t>10/4/21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46527-3F4F-42B0-B358-635C70355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61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AA5E4-F4AC-43A6-9B75-7E9CDE9AA626}" type="datetimeFigureOut">
              <a:rPr lang="en-US" smtClean="0"/>
              <a:t>10/4/21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46527-3F4F-42B0-B358-635C70355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8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2208"/>
            <a:ext cx="9067800" cy="1143000"/>
          </a:xfrm>
        </p:spPr>
        <p:txBody>
          <a:bodyPr>
            <a:noAutofit/>
          </a:bodyPr>
          <a:lstStyle/>
          <a:p>
            <a:r>
              <a:rPr lang="en-US" sz="2800" dirty="0"/>
              <a:t>Technology Insights Report</a:t>
            </a:r>
            <a:br>
              <a:rPr lang="en-US" sz="2800" dirty="0"/>
            </a:br>
            <a:r>
              <a:rPr lang="en-US" sz="2800" dirty="0"/>
              <a:t>now available on CRM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91" y="1219200"/>
            <a:ext cx="90491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Technology Insights is now available in CRM for 546K CRM Customer and Prospect accounts. </a:t>
            </a:r>
          </a:p>
          <a:p>
            <a:r>
              <a:rPr lang="en-US" sz="1200" dirty="0"/>
              <a:t>Technology Insights comprises of Company / Account level data as listed below: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u="sng" dirty="0"/>
              <a:t>Technology Installation </a:t>
            </a:r>
          </a:p>
          <a:p>
            <a:r>
              <a:rPr lang="en-US" sz="1200" dirty="0"/>
              <a:t>Provides Technology Hardware/Software information by Product Series, Product Category, Vendor Name, and 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u="sng" dirty="0"/>
              <a:t>Tech Site Totals</a:t>
            </a:r>
          </a:p>
          <a:p>
            <a:r>
              <a:rPr lang="en-US" sz="1200" dirty="0"/>
              <a:t>Provides the number of technology hardware devices at that specific site (Computers, Servers, Printers, and Storage)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u="sng" dirty="0"/>
              <a:t>Tech Budget</a:t>
            </a:r>
          </a:p>
          <a:p>
            <a:r>
              <a:rPr lang="en-US" sz="1200" dirty="0"/>
              <a:t>Provides the IT Budgets for that specific site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2" y="2971800"/>
            <a:ext cx="8686800" cy="3088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9491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762" y="1905000"/>
            <a:ext cx="7086600" cy="4579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52400" y="122209"/>
            <a:ext cx="8915400" cy="8683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How to access / use Technology Insights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523" y="838200"/>
            <a:ext cx="89374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1. Logon to CRM 360 and navigate to the Customer / Prospect Account screen</a:t>
            </a:r>
          </a:p>
          <a:p>
            <a:r>
              <a:rPr lang="en-US" sz="1600" dirty="0"/>
              <a:t>2. Under Account Details tab find the Additional Information section and  you will see ‘Report Technology Insights’</a:t>
            </a:r>
          </a:p>
          <a:p>
            <a:r>
              <a:rPr lang="en-US" sz="1600" dirty="0"/>
              <a:t>3. Click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Technology Insights</a:t>
            </a:r>
            <a:r>
              <a:rPr lang="en-US" sz="1600" dirty="0"/>
              <a:t> link to run report – this will launch a BOBJ report with the details if available.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895600" y="4953000"/>
            <a:ext cx="2209800" cy="2286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8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122209"/>
            <a:ext cx="8915400" cy="639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Technology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6522" y="838200"/>
            <a:ext cx="8405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An Embedded BOBJ Report appears within CRM 360 screen.</a:t>
            </a:r>
          </a:p>
          <a:p>
            <a:r>
              <a:rPr lang="en-US" sz="1600" dirty="0"/>
              <a:t>Click on </a:t>
            </a:r>
            <a:r>
              <a:rPr lang="en-US" sz="1600" b="1" dirty="0"/>
              <a:t>Outline</a:t>
            </a:r>
            <a:r>
              <a:rPr lang="en-US" sz="1600" dirty="0"/>
              <a:t> Button located on Report Option bar to enable Installation Details Drilldown.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48" y="1422976"/>
            <a:ext cx="8948552" cy="5282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4876800" y="1905000"/>
            <a:ext cx="4572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78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Technology Installation Drilldown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9" y="1886049"/>
            <a:ext cx="9097807" cy="474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6720" y="838200"/>
            <a:ext cx="9097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With </a:t>
            </a:r>
            <a:r>
              <a:rPr lang="en-US" sz="1600" b="1" dirty="0"/>
              <a:t>Outline</a:t>
            </a:r>
            <a:r>
              <a:rPr lang="en-US" sz="1600" dirty="0"/>
              <a:t> enabled you can drilldown Technology Installation by clicking section button next to each Product Series. 2</a:t>
            </a:r>
            <a:r>
              <a:rPr lang="en-US" sz="1600" baseline="30000" dirty="0"/>
              <a:t>nd</a:t>
            </a:r>
            <a:r>
              <a:rPr lang="en-US" sz="1600" dirty="0"/>
              <a:t> level provides  Product Category, 3</a:t>
            </a:r>
            <a:r>
              <a:rPr lang="en-US" sz="1600" baseline="30000" dirty="0"/>
              <a:t>rd</a:t>
            </a:r>
            <a:r>
              <a:rPr lang="en-US" sz="1600" dirty="0"/>
              <a:t> level will provide lowest level Vendor and Product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5400" y="3124200"/>
            <a:ext cx="304800" cy="3505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95400" y="2590800"/>
            <a:ext cx="5410200" cy="1524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6720" y="838200"/>
            <a:ext cx="8888680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27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5728</TotalTime>
  <Words>222</Words>
  <Application>Microsoft Macintosh PowerPoint</Application>
  <PresentationFormat>On-screen Show (4:3)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Technology Insights Report now available on CRM Accounts</vt:lpstr>
      <vt:lpstr>PowerPoint Presentation</vt:lpstr>
      <vt:lpstr>PowerPoint Presentation</vt:lpstr>
      <vt:lpstr>Technology Installation Drilldown</vt:lpstr>
    </vt:vector>
  </TitlesOfParts>
  <Company>Konica Minolta Business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Insights Report CRM Account</dc:title>
  <dc:creator>Stephen Bernard</dc:creator>
  <cp:lastModifiedBy>Microsoft Office User</cp:lastModifiedBy>
  <cp:revision>17</cp:revision>
  <dcterms:created xsi:type="dcterms:W3CDTF">2021-09-13T11:15:23Z</dcterms:created>
  <dcterms:modified xsi:type="dcterms:W3CDTF">2021-10-04T15:42:07Z</dcterms:modified>
</cp:coreProperties>
</file>